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B25"/>
    <a:srgbClr val="949494"/>
    <a:srgbClr val="5E5E5E"/>
    <a:srgbClr val="3D3D3D"/>
    <a:srgbClr val="434343"/>
    <a:srgbClr val="2A2A2A"/>
    <a:srgbClr val="323232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A023-E648-EE76-6039-C7BC89B58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487E3-477A-6EF9-256A-0D1CDDCE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1405A-F785-4164-4CCB-4033F48B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4145B-556B-5EF6-58E3-377D56C00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6C311-04A7-970E-E645-EB6CDD82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2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13-CF06-9252-BAEF-915A72179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CE100-922D-23CC-D7DC-76B098BB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DEDE1-0CD9-CB9B-E6CB-481EE239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874AE-D1D8-2EA5-89F8-738EBE92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D2D29-FB87-01B9-AD48-E63CA9F8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98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36E1-A4DE-55EA-B5B8-7881748A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034EE-6E8C-4624-D126-4AC1DB385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07EAB-D255-96A0-93E0-53A7B3EE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F774E-4F51-4888-E69C-F23A45D5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37DAE-60AC-4153-1FF8-96D105F9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8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4DBE-BA7E-F765-9B7E-C63D73EA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6D897-BD7B-374A-534C-9044BDBF4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C2A69-A098-09FE-3803-423029B60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5A8D0-B8E4-27A5-6EE5-F5C93B98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7F7A4-6E5D-5797-C5A7-D8DF95CA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8F4F8-18EB-61A5-B1B1-2A85C029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8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0530-E612-2F85-A5AF-B221D4E5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9BF36-BC75-7129-AF55-4D7A9B3A4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A220C-DF54-138B-DE64-5F95E9E9A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B94C7-56C7-93D9-CC6E-4159F7A97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457F0E-2FAD-29CE-793B-7D201E86D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FDF83-991A-9BF5-7538-FE645472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53600-809F-00AA-EAE7-035FC094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446E0-62F9-9ED7-30B5-B577755F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5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9C4A-07B4-0240-62A5-3E959A1F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1C3F2-0140-5212-8A63-516BDF76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7DFA8-3114-E7D7-AD5E-9F49E539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82F98-BAEA-8A91-E3C8-F1B135A4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7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26249-6FE5-400E-A91A-8736686C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F86CC-0060-D8B1-6533-FFFC368B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5AC01-838D-1A25-8E19-4D35A9A0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5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233-C85A-7445-D3FF-2760F2266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BF8FE-EE62-81E6-5D46-C31E23C5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96560-10A4-601C-C2C7-98E686EEE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95A38-EBBF-B259-FDEC-748F2217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6E742-519E-CCE3-F56F-898A9EFDC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0E277-6F8D-9A5E-D418-8CE00E2B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6D53-8019-0C53-ED62-BBCDDDCCC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B4677-B749-3573-CB6C-2DCDD7C8F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817CB-FB32-BA25-D09A-D5BC8A203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B3516-4F18-4743-B7E1-B73054C5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D4BF2-717E-39FC-4656-60CAE5ED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74073-ED70-54B0-1CD7-AA3BEB4D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67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62B4-1FBE-0526-2262-00B96DF52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34F3E-9187-29DA-2C84-C18E7ED07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E365-F6E8-DF90-8948-20EB937E6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6343B-93B5-9B55-8BE2-D2F4B064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8D930-2891-47E4-D0F1-E591C0A8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44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7BEE14-BF45-9BF2-E6C2-7BCE44FDD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897CC-6D1F-ABA8-672B-26BE4E925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AA173-0165-C159-4BE0-7A09C2F9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8C488-46AB-5A4F-C7DA-78CCF707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9362F-1863-7807-0A07-5481114F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F3BBA-D037-D92B-F907-2CDAB1F3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3C3DD-7F05-05BD-4FBE-3B372F5D7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1CAFD-27F2-46E4-520B-4B5F60F918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AF105-4B59-4138-9EE6-6E6193FAF79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6E289-3DE7-CB64-9EB9-695E2EC62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0F79B-1D1E-DA18-B520-F2E6BA97E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0EE44-E380-455D-8870-B618A68D5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0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peech Bubble: Oval 19">
            <a:extLst>
              <a:ext uri="{FF2B5EF4-FFF2-40B4-BE49-F238E27FC236}">
                <a16:creationId xmlns:a16="http://schemas.microsoft.com/office/drawing/2014/main" id="{9E05FC17-998E-CF6E-3260-DB7C823711EA}"/>
              </a:ext>
            </a:extLst>
          </p:cNvPr>
          <p:cNvSpPr/>
          <p:nvPr/>
        </p:nvSpPr>
        <p:spPr>
          <a:xfrm>
            <a:off x="3237480" y="463987"/>
            <a:ext cx="5703319" cy="5740306"/>
          </a:xfrm>
          <a:prstGeom prst="wedgeEllipseCallout">
            <a:avLst>
              <a:gd name="adj1" fmla="val 49354"/>
              <a:gd name="adj2" fmla="val 47279"/>
            </a:avLst>
          </a:prstGeom>
          <a:solidFill>
            <a:schemeClr val="bg1"/>
          </a:solidFill>
          <a:ln w="1047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3048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B3908B9-9C9B-887B-B6CD-F75E59EC104B}"/>
              </a:ext>
            </a:extLst>
          </p:cNvPr>
          <p:cNvSpPr/>
          <p:nvPr/>
        </p:nvSpPr>
        <p:spPr>
          <a:xfrm>
            <a:off x="4629601" y="1499870"/>
            <a:ext cx="2612316" cy="1913510"/>
          </a:xfrm>
          <a:custGeom>
            <a:avLst/>
            <a:gdLst>
              <a:gd name="csX0" fmla="*/ 1287780 w 3147060"/>
              <a:gd name="csY0" fmla="*/ 167640 h 2331720"/>
              <a:gd name="csX1" fmla="*/ 2644140 w 3147060"/>
              <a:gd name="csY1" fmla="*/ 0 h 2331720"/>
              <a:gd name="csX2" fmla="*/ 3147060 w 3147060"/>
              <a:gd name="csY2" fmla="*/ 1417320 h 2331720"/>
              <a:gd name="csX3" fmla="*/ 2865120 w 3147060"/>
              <a:gd name="csY3" fmla="*/ 1455420 h 2331720"/>
              <a:gd name="csX4" fmla="*/ 1684020 w 3147060"/>
              <a:gd name="csY4" fmla="*/ 2331720 h 2331720"/>
              <a:gd name="csX5" fmla="*/ 2293620 w 3147060"/>
              <a:gd name="csY5" fmla="*/ 1120140 h 2331720"/>
              <a:gd name="csX6" fmla="*/ 1554480 w 3147060"/>
              <a:gd name="csY6" fmla="*/ 1318260 h 2331720"/>
              <a:gd name="csX7" fmla="*/ 1722120 w 3147060"/>
              <a:gd name="csY7" fmla="*/ 861060 h 2331720"/>
              <a:gd name="csX8" fmla="*/ 975360 w 3147060"/>
              <a:gd name="csY8" fmla="*/ 1028700 h 2331720"/>
              <a:gd name="csX9" fmla="*/ 1112520 w 3147060"/>
              <a:gd name="csY9" fmla="*/ 723900 h 2331720"/>
              <a:gd name="csX10" fmla="*/ 0 w 3147060"/>
              <a:gd name="csY10" fmla="*/ 1280160 h 2331720"/>
              <a:gd name="csX11" fmla="*/ 1287780 w 3147060"/>
              <a:gd name="csY11" fmla="*/ 167640 h 2331720"/>
              <a:gd name="csX0" fmla="*/ 1287780 w 3147060"/>
              <a:gd name="csY0" fmla="*/ 167640 h 2331720"/>
              <a:gd name="csX1" fmla="*/ 2644140 w 3147060"/>
              <a:gd name="csY1" fmla="*/ 0 h 2331720"/>
              <a:gd name="csX2" fmla="*/ 3147060 w 3147060"/>
              <a:gd name="csY2" fmla="*/ 1428750 h 2331720"/>
              <a:gd name="csX3" fmla="*/ 2865120 w 3147060"/>
              <a:gd name="csY3" fmla="*/ 1455420 h 2331720"/>
              <a:gd name="csX4" fmla="*/ 1684020 w 3147060"/>
              <a:gd name="csY4" fmla="*/ 2331720 h 2331720"/>
              <a:gd name="csX5" fmla="*/ 2293620 w 3147060"/>
              <a:gd name="csY5" fmla="*/ 1120140 h 2331720"/>
              <a:gd name="csX6" fmla="*/ 1554480 w 3147060"/>
              <a:gd name="csY6" fmla="*/ 1318260 h 2331720"/>
              <a:gd name="csX7" fmla="*/ 1722120 w 3147060"/>
              <a:gd name="csY7" fmla="*/ 861060 h 2331720"/>
              <a:gd name="csX8" fmla="*/ 975360 w 3147060"/>
              <a:gd name="csY8" fmla="*/ 1028700 h 2331720"/>
              <a:gd name="csX9" fmla="*/ 1112520 w 3147060"/>
              <a:gd name="csY9" fmla="*/ 723900 h 2331720"/>
              <a:gd name="csX10" fmla="*/ 0 w 3147060"/>
              <a:gd name="csY10" fmla="*/ 1280160 h 2331720"/>
              <a:gd name="csX11" fmla="*/ 1287780 w 3147060"/>
              <a:gd name="csY11" fmla="*/ 167640 h 2331720"/>
              <a:gd name="csX0" fmla="*/ 1209675 w 3068955"/>
              <a:gd name="csY0" fmla="*/ 167640 h 2331720"/>
              <a:gd name="csX1" fmla="*/ 2566035 w 3068955"/>
              <a:gd name="csY1" fmla="*/ 0 h 2331720"/>
              <a:gd name="csX2" fmla="*/ 3068955 w 3068955"/>
              <a:gd name="csY2" fmla="*/ 1428750 h 2331720"/>
              <a:gd name="csX3" fmla="*/ 2787015 w 3068955"/>
              <a:gd name="csY3" fmla="*/ 1455420 h 2331720"/>
              <a:gd name="csX4" fmla="*/ 1605915 w 3068955"/>
              <a:gd name="csY4" fmla="*/ 2331720 h 2331720"/>
              <a:gd name="csX5" fmla="*/ 2215515 w 3068955"/>
              <a:gd name="csY5" fmla="*/ 1120140 h 2331720"/>
              <a:gd name="csX6" fmla="*/ 1476375 w 3068955"/>
              <a:gd name="csY6" fmla="*/ 1318260 h 2331720"/>
              <a:gd name="csX7" fmla="*/ 1644015 w 3068955"/>
              <a:gd name="csY7" fmla="*/ 861060 h 2331720"/>
              <a:gd name="csX8" fmla="*/ 897255 w 3068955"/>
              <a:gd name="csY8" fmla="*/ 1028700 h 2331720"/>
              <a:gd name="csX9" fmla="*/ 1034415 w 3068955"/>
              <a:gd name="csY9" fmla="*/ 723900 h 2331720"/>
              <a:gd name="csX10" fmla="*/ 0 w 3068955"/>
              <a:gd name="csY10" fmla="*/ 969645 h 2331720"/>
              <a:gd name="csX11" fmla="*/ 1209675 w 3068955"/>
              <a:gd name="csY11" fmla="*/ 167640 h 2331720"/>
              <a:gd name="csX0" fmla="*/ 1318260 w 3177540"/>
              <a:gd name="csY0" fmla="*/ 167640 h 2331720"/>
              <a:gd name="csX1" fmla="*/ 2674620 w 3177540"/>
              <a:gd name="csY1" fmla="*/ 0 h 2331720"/>
              <a:gd name="csX2" fmla="*/ 3177540 w 3177540"/>
              <a:gd name="csY2" fmla="*/ 1428750 h 2331720"/>
              <a:gd name="csX3" fmla="*/ 2895600 w 3177540"/>
              <a:gd name="csY3" fmla="*/ 1455420 h 2331720"/>
              <a:gd name="csX4" fmla="*/ 1714500 w 3177540"/>
              <a:gd name="csY4" fmla="*/ 2331720 h 2331720"/>
              <a:gd name="csX5" fmla="*/ 2324100 w 3177540"/>
              <a:gd name="csY5" fmla="*/ 1120140 h 2331720"/>
              <a:gd name="csX6" fmla="*/ 1584960 w 3177540"/>
              <a:gd name="csY6" fmla="*/ 1318260 h 2331720"/>
              <a:gd name="csX7" fmla="*/ 1752600 w 3177540"/>
              <a:gd name="csY7" fmla="*/ 861060 h 2331720"/>
              <a:gd name="csX8" fmla="*/ 1005840 w 3177540"/>
              <a:gd name="csY8" fmla="*/ 1028700 h 2331720"/>
              <a:gd name="csX9" fmla="*/ 1143000 w 3177540"/>
              <a:gd name="csY9" fmla="*/ 723900 h 2331720"/>
              <a:gd name="csX10" fmla="*/ 0 w 3177540"/>
              <a:gd name="csY10" fmla="*/ 1310640 h 2331720"/>
              <a:gd name="csX11" fmla="*/ 1318260 w 3177540"/>
              <a:gd name="csY11" fmla="*/ 167640 h 2331720"/>
              <a:gd name="csX0" fmla="*/ 1318260 w 3177540"/>
              <a:gd name="csY0" fmla="*/ 167640 h 2331720"/>
              <a:gd name="csX1" fmla="*/ 2686050 w 3177540"/>
              <a:gd name="csY1" fmla="*/ 0 h 2331720"/>
              <a:gd name="csX2" fmla="*/ 3177540 w 3177540"/>
              <a:gd name="csY2" fmla="*/ 1428750 h 2331720"/>
              <a:gd name="csX3" fmla="*/ 2895600 w 3177540"/>
              <a:gd name="csY3" fmla="*/ 1455420 h 2331720"/>
              <a:gd name="csX4" fmla="*/ 1714500 w 3177540"/>
              <a:gd name="csY4" fmla="*/ 2331720 h 2331720"/>
              <a:gd name="csX5" fmla="*/ 2324100 w 3177540"/>
              <a:gd name="csY5" fmla="*/ 1120140 h 2331720"/>
              <a:gd name="csX6" fmla="*/ 1584960 w 3177540"/>
              <a:gd name="csY6" fmla="*/ 1318260 h 2331720"/>
              <a:gd name="csX7" fmla="*/ 1752600 w 3177540"/>
              <a:gd name="csY7" fmla="*/ 861060 h 2331720"/>
              <a:gd name="csX8" fmla="*/ 1005840 w 3177540"/>
              <a:gd name="csY8" fmla="*/ 1028700 h 2331720"/>
              <a:gd name="csX9" fmla="*/ 1143000 w 3177540"/>
              <a:gd name="csY9" fmla="*/ 723900 h 2331720"/>
              <a:gd name="csX10" fmla="*/ 0 w 3177540"/>
              <a:gd name="csY10" fmla="*/ 1310640 h 2331720"/>
              <a:gd name="csX11" fmla="*/ 1318260 w 3177540"/>
              <a:gd name="csY11" fmla="*/ 167640 h 2331720"/>
              <a:gd name="csX0" fmla="*/ 1318260 w 3181350"/>
              <a:gd name="csY0" fmla="*/ 167640 h 2331720"/>
              <a:gd name="csX1" fmla="*/ 2686050 w 3181350"/>
              <a:gd name="csY1" fmla="*/ 0 h 2331720"/>
              <a:gd name="csX2" fmla="*/ 3181350 w 3181350"/>
              <a:gd name="csY2" fmla="*/ 1424940 h 2331720"/>
              <a:gd name="csX3" fmla="*/ 2895600 w 3181350"/>
              <a:gd name="csY3" fmla="*/ 1455420 h 2331720"/>
              <a:gd name="csX4" fmla="*/ 1714500 w 3181350"/>
              <a:gd name="csY4" fmla="*/ 2331720 h 2331720"/>
              <a:gd name="csX5" fmla="*/ 2324100 w 3181350"/>
              <a:gd name="csY5" fmla="*/ 1120140 h 2331720"/>
              <a:gd name="csX6" fmla="*/ 1584960 w 3181350"/>
              <a:gd name="csY6" fmla="*/ 1318260 h 2331720"/>
              <a:gd name="csX7" fmla="*/ 1752600 w 3181350"/>
              <a:gd name="csY7" fmla="*/ 861060 h 2331720"/>
              <a:gd name="csX8" fmla="*/ 1005840 w 3181350"/>
              <a:gd name="csY8" fmla="*/ 1028700 h 2331720"/>
              <a:gd name="csX9" fmla="*/ 1143000 w 3181350"/>
              <a:gd name="csY9" fmla="*/ 723900 h 2331720"/>
              <a:gd name="csX10" fmla="*/ 0 w 3181350"/>
              <a:gd name="csY10" fmla="*/ 1310640 h 2331720"/>
              <a:gd name="csX11" fmla="*/ 1318260 w 3181350"/>
              <a:gd name="csY11" fmla="*/ 167640 h 2331720"/>
              <a:gd name="csX0" fmla="*/ 1318260 w 3183255"/>
              <a:gd name="csY0" fmla="*/ 167640 h 2331720"/>
              <a:gd name="csX1" fmla="*/ 2686050 w 3183255"/>
              <a:gd name="csY1" fmla="*/ 0 h 2331720"/>
              <a:gd name="csX2" fmla="*/ 3183255 w 3183255"/>
              <a:gd name="csY2" fmla="*/ 1430655 h 2331720"/>
              <a:gd name="csX3" fmla="*/ 2895600 w 3183255"/>
              <a:gd name="csY3" fmla="*/ 1455420 h 2331720"/>
              <a:gd name="csX4" fmla="*/ 1714500 w 3183255"/>
              <a:gd name="csY4" fmla="*/ 2331720 h 2331720"/>
              <a:gd name="csX5" fmla="*/ 2324100 w 3183255"/>
              <a:gd name="csY5" fmla="*/ 1120140 h 2331720"/>
              <a:gd name="csX6" fmla="*/ 1584960 w 3183255"/>
              <a:gd name="csY6" fmla="*/ 1318260 h 2331720"/>
              <a:gd name="csX7" fmla="*/ 1752600 w 3183255"/>
              <a:gd name="csY7" fmla="*/ 861060 h 2331720"/>
              <a:gd name="csX8" fmla="*/ 1005840 w 3183255"/>
              <a:gd name="csY8" fmla="*/ 1028700 h 2331720"/>
              <a:gd name="csX9" fmla="*/ 1143000 w 3183255"/>
              <a:gd name="csY9" fmla="*/ 723900 h 2331720"/>
              <a:gd name="csX10" fmla="*/ 0 w 3183255"/>
              <a:gd name="csY10" fmla="*/ 1310640 h 2331720"/>
              <a:gd name="csX11" fmla="*/ 1318260 w 3183255"/>
              <a:gd name="csY11" fmla="*/ 167640 h 23317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3255" h="2331720">
                <a:moveTo>
                  <a:pt x="1318260" y="167640"/>
                </a:moveTo>
                <a:lnTo>
                  <a:pt x="2686050" y="0"/>
                </a:lnTo>
                <a:lnTo>
                  <a:pt x="3183255" y="1430655"/>
                </a:lnTo>
                <a:lnTo>
                  <a:pt x="2895600" y="1455420"/>
                </a:lnTo>
                <a:lnTo>
                  <a:pt x="1714500" y="2331720"/>
                </a:lnTo>
                <a:lnTo>
                  <a:pt x="2324100" y="1120140"/>
                </a:lnTo>
                <a:lnTo>
                  <a:pt x="1584960" y="1318260"/>
                </a:lnTo>
                <a:lnTo>
                  <a:pt x="1752600" y="861060"/>
                </a:lnTo>
                <a:lnTo>
                  <a:pt x="1005840" y="1028700"/>
                </a:lnTo>
                <a:lnTo>
                  <a:pt x="1143000" y="723900"/>
                </a:lnTo>
                <a:lnTo>
                  <a:pt x="0" y="1310640"/>
                </a:lnTo>
                <a:lnTo>
                  <a:pt x="1318260" y="167640"/>
                </a:lnTo>
                <a:close/>
              </a:path>
            </a:pathLst>
          </a:custGeom>
          <a:solidFill>
            <a:srgbClr val="FFCB25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30C6C6-77D0-31DD-3667-C1ED4527BC5C}"/>
              </a:ext>
            </a:extLst>
          </p:cNvPr>
          <p:cNvSpPr/>
          <p:nvPr/>
        </p:nvSpPr>
        <p:spPr>
          <a:xfrm>
            <a:off x="4154350" y="3380550"/>
            <a:ext cx="988021" cy="1746234"/>
          </a:xfrm>
          <a:custGeom>
            <a:avLst/>
            <a:gdLst>
              <a:gd name="csX0" fmla="*/ 0 w 1219200"/>
              <a:gd name="csY0" fmla="*/ 0 h 2133600"/>
              <a:gd name="csX1" fmla="*/ 944880 w 1219200"/>
              <a:gd name="csY1" fmla="*/ 1082040 h 2133600"/>
              <a:gd name="csX2" fmla="*/ 1219200 w 1219200"/>
              <a:gd name="csY2" fmla="*/ 1562100 h 2133600"/>
              <a:gd name="csX3" fmla="*/ 1173480 w 1219200"/>
              <a:gd name="csY3" fmla="*/ 2133600 h 2133600"/>
              <a:gd name="csX4" fmla="*/ 289560 w 1219200"/>
              <a:gd name="csY4" fmla="*/ 1699260 h 2133600"/>
              <a:gd name="csX5" fmla="*/ 38100 w 1219200"/>
              <a:gd name="csY5" fmla="*/ 1082040 h 2133600"/>
              <a:gd name="csX6" fmla="*/ 0 w 1219200"/>
              <a:gd name="csY6" fmla="*/ 0 h 2133600"/>
              <a:gd name="csX0" fmla="*/ 0 w 1203960"/>
              <a:gd name="csY0" fmla="*/ 0 h 2127885"/>
              <a:gd name="csX1" fmla="*/ 929640 w 1203960"/>
              <a:gd name="csY1" fmla="*/ 1076325 h 2127885"/>
              <a:gd name="csX2" fmla="*/ 1203960 w 1203960"/>
              <a:gd name="csY2" fmla="*/ 1556385 h 2127885"/>
              <a:gd name="csX3" fmla="*/ 1158240 w 1203960"/>
              <a:gd name="csY3" fmla="*/ 2127885 h 2127885"/>
              <a:gd name="csX4" fmla="*/ 274320 w 1203960"/>
              <a:gd name="csY4" fmla="*/ 1693545 h 2127885"/>
              <a:gd name="csX5" fmla="*/ 22860 w 1203960"/>
              <a:gd name="csY5" fmla="*/ 1076325 h 2127885"/>
              <a:gd name="csX6" fmla="*/ 0 w 1203960"/>
              <a:gd name="csY6" fmla="*/ 0 h 2127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03960" h="2127885">
                <a:moveTo>
                  <a:pt x="0" y="0"/>
                </a:moveTo>
                <a:lnTo>
                  <a:pt x="929640" y="1076325"/>
                </a:lnTo>
                <a:lnTo>
                  <a:pt x="1203960" y="1556385"/>
                </a:lnTo>
                <a:lnTo>
                  <a:pt x="1158240" y="2127885"/>
                </a:lnTo>
                <a:lnTo>
                  <a:pt x="274320" y="1693545"/>
                </a:lnTo>
                <a:lnTo>
                  <a:pt x="2286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6A3FF6B-7275-20F0-5C86-E1A4ACFDC406}"/>
              </a:ext>
            </a:extLst>
          </p:cNvPr>
          <p:cNvSpPr/>
          <p:nvPr/>
        </p:nvSpPr>
        <p:spPr>
          <a:xfrm>
            <a:off x="4908915" y="3981388"/>
            <a:ext cx="1700897" cy="1214182"/>
          </a:xfrm>
          <a:custGeom>
            <a:avLst/>
            <a:gdLst>
              <a:gd name="csX0" fmla="*/ 0 w 2072640"/>
              <a:gd name="csY0" fmla="*/ 312420 h 1470660"/>
              <a:gd name="csX1" fmla="*/ 1775460 w 2072640"/>
              <a:gd name="csY1" fmla="*/ 0 h 1470660"/>
              <a:gd name="csX2" fmla="*/ 1851660 w 2072640"/>
              <a:gd name="csY2" fmla="*/ 335280 h 1470660"/>
              <a:gd name="csX3" fmla="*/ 2072640 w 2072640"/>
              <a:gd name="csY3" fmla="*/ 464820 h 1470660"/>
              <a:gd name="csX4" fmla="*/ 2049780 w 2072640"/>
              <a:gd name="csY4" fmla="*/ 853440 h 1470660"/>
              <a:gd name="csX5" fmla="*/ 1341120 w 2072640"/>
              <a:gd name="csY5" fmla="*/ 1470660 h 1470660"/>
              <a:gd name="csX6" fmla="*/ 266700 w 2072640"/>
              <a:gd name="csY6" fmla="*/ 1402080 h 1470660"/>
              <a:gd name="csX7" fmla="*/ 297180 w 2072640"/>
              <a:gd name="csY7" fmla="*/ 815340 h 1470660"/>
              <a:gd name="csX8" fmla="*/ 0 w 2072640"/>
              <a:gd name="csY8" fmla="*/ 312420 h 1470660"/>
              <a:gd name="csX0" fmla="*/ 0 w 2072640"/>
              <a:gd name="csY0" fmla="*/ 325120 h 1483360"/>
              <a:gd name="csX1" fmla="*/ 1750060 w 2072640"/>
              <a:gd name="csY1" fmla="*/ 0 h 1483360"/>
              <a:gd name="csX2" fmla="*/ 1851660 w 2072640"/>
              <a:gd name="csY2" fmla="*/ 347980 h 1483360"/>
              <a:gd name="csX3" fmla="*/ 2072640 w 2072640"/>
              <a:gd name="csY3" fmla="*/ 477520 h 1483360"/>
              <a:gd name="csX4" fmla="*/ 2049780 w 2072640"/>
              <a:gd name="csY4" fmla="*/ 866140 h 1483360"/>
              <a:gd name="csX5" fmla="*/ 1341120 w 2072640"/>
              <a:gd name="csY5" fmla="*/ 1483360 h 1483360"/>
              <a:gd name="csX6" fmla="*/ 266700 w 2072640"/>
              <a:gd name="csY6" fmla="*/ 1414780 h 1483360"/>
              <a:gd name="csX7" fmla="*/ 297180 w 2072640"/>
              <a:gd name="csY7" fmla="*/ 828040 h 1483360"/>
              <a:gd name="csX8" fmla="*/ 0 w 2072640"/>
              <a:gd name="csY8" fmla="*/ 325120 h 1483360"/>
              <a:gd name="csX0" fmla="*/ 0 w 2072640"/>
              <a:gd name="csY0" fmla="*/ 325120 h 1483360"/>
              <a:gd name="csX1" fmla="*/ 1750060 w 2072640"/>
              <a:gd name="csY1" fmla="*/ 0 h 1483360"/>
              <a:gd name="csX2" fmla="*/ 1851660 w 2072640"/>
              <a:gd name="csY2" fmla="*/ 347980 h 1483360"/>
              <a:gd name="csX3" fmla="*/ 2072640 w 2072640"/>
              <a:gd name="csY3" fmla="*/ 477520 h 1483360"/>
              <a:gd name="csX4" fmla="*/ 2049780 w 2072640"/>
              <a:gd name="csY4" fmla="*/ 866140 h 1483360"/>
              <a:gd name="csX5" fmla="*/ 1341120 w 2072640"/>
              <a:gd name="csY5" fmla="*/ 1483360 h 1483360"/>
              <a:gd name="csX6" fmla="*/ 266700 w 2072640"/>
              <a:gd name="csY6" fmla="*/ 1414780 h 1483360"/>
              <a:gd name="csX7" fmla="*/ 281940 w 2072640"/>
              <a:gd name="csY7" fmla="*/ 833120 h 1483360"/>
              <a:gd name="csX8" fmla="*/ 0 w 2072640"/>
              <a:gd name="csY8" fmla="*/ 325120 h 1483360"/>
              <a:gd name="csX0" fmla="*/ 0 w 2072640"/>
              <a:gd name="csY0" fmla="*/ 325120 h 1483360"/>
              <a:gd name="csX1" fmla="*/ 1750060 w 2072640"/>
              <a:gd name="csY1" fmla="*/ 0 h 1483360"/>
              <a:gd name="csX2" fmla="*/ 1851660 w 2072640"/>
              <a:gd name="csY2" fmla="*/ 347980 h 1483360"/>
              <a:gd name="csX3" fmla="*/ 2072640 w 2072640"/>
              <a:gd name="csY3" fmla="*/ 477520 h 1483360"/>
              <a:gd name="csX4" fmla="*/ 2049780 w 2072640"/>
              <a:gd name="csY4" fmla="*/ 866140 h 1483360"/>
              <a:gd name="csX5" fmla="*/ 1341120 w 2072640"/>
              <a:gd name="csY5" fmla="*/ 1483360 h 1483360"/>
              <a:gd name="csX6" fmla="*/ 238760 w 2072640"/>
              <a:gd name="csY6" fmla="*/ 1397000 h 1483360"/>
              <a:gd name="csX7" fmla="*/ 281940 w 2072640"/>
              <a:gd name="csY7" fmla="*/ 833120 h 1483360"/>
              <a:gd name="csX8" fmla="*/ 0 w 2072640"/>
              <a:gd name="csY8" fmla="*/ 325120 h 1483360"/>
              <a:gd name="csX0" fmla="*/ 0 w 2072640"/>
              <a:gd name="csY0" fmla="*/ 285115 h 1443355"/>
              <a:gd name="csX1" fmla="*/ 1763395 w 2072640"/>
              <a:gd name="csY1" fmla="*/ 0 h 1443355"/>
              <a:gd name="csX2" fmla="*/ 1851660 w 2072640"/>
              <a:gd name="csY2" fmla="*/ 307975 h 1443355"/>
              <a:gd name="csX3" fmla="*/ 2072640 w 2072640"/>
              <a:gd name="csY3" fmla="*/ 437515 h 1443355"/>
              <a:gd name="csX4" fmla="*/ 2049780 w 2072640"/>
              <a:gd name="csY4" fmla="*/ 826135 h 1443355"/>
              <a:gd name="csX5" fmla="*/ 1341120 w 2072640"/>
              <a:gd name="csY5" fmla="*/ 1443355 h 1443355"/>
              <a:gd name="csX6" fmla="*/ 238760 w 2072640"/>
              <a:gd name="csY6" fmla="*/ 1356995 h 1443355"/>
              <a:gd name="csX7" fmla="*/ 281940 w 2072640"/>
              <a:gd name="csY7" fmla="*/ 793115 h 1443355"/>
              <a:gd name="csX8" fmla="*/ 0 w 2072640"/>
              <a:gd name="csY8" fmla="*/ 285115 h 1443355"/>
              <a:gd name="csX0" fmla="*/ 0 w 2072640"/>
              <a:gd name="csY0" fmla="*/ 321310 h 1479550"/>
              <a:gd name="csX1" fmla="*/ 1753870 w 2072640"/>
              <a:gd name="csY1" fmla="*/ 0 h 1479550"/>
              <a:gd name="csX2" fmla="*/ 1851660 w 2072640"/>
              <a:gd name="csY2" fmla="*/ 344170 h 1479550"/>
              <a:gd name="csX3" fmla="*/ 2072640 w 2072640"/>
              <a:gd name="csY3" fmla="*/ 473710 h 1479550"/>
              <a:gd name="csX4" fmla="*/ 2049780 w 2072640"/>
              <a:gd name="csY4" fmla="*/ 862330 h 1479550"/>
              <a:gd name="csX5" fmla="*/ 1341120 w 2072640"/>
              <a:gd name="csY5" fmla="*/ 1479550 h 1479550"/>
              <a:gd name="csX6" fmla="*/ 238760 w 2072640"/>
              <a:gd name="csY6" fmla="*/ 1393190 h 1479550"/>
              <a:gd name="csX7" fmla="*/ 281940 w 2072640"/>
              <a:gd name="csY7" fmla="*/ 829310 h 1479550"/>
              <a:gd name="csX8" fmla="*/ 0 w 2072640"/>
              <a:gd name="csY8" fmla="*/ 321310 h 147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72640" h="1479550">
                <a:moveTo>
                  <a:pt x="0" y="321310"/>
                </a:moveTo>
                <a:lnTo>
                  <a:pt x="1753870" y="0"/>
                </a:lnTo>
                <a:lnTo>
                  <a:pt x="1851660" y="344170"/>
                </a:lnTo>
                <a:lnTo>
                  <a:pt x="2072640" y="473710"/>
                </a:lnTo>
                <a:lnTo>
                  <a:pt x="2049780" y="862330"/>
                </a:lnTo>
                <a:lnTo>
                  <a:pt x="1341120" y="1479550"/>
                </a:lnTo>
                <a:lnTo>
                  <a:pt x="238760" y="1393190"/>
                </a:lnTo>
                <a:lnTo>
                  <a:pt x="281940" y="829310"/>
                </a:lnTo>
                <a:lnTo>
                  <a:pt x="0" y="321310"/>
                </a:lnTo>
                <a:close/>
              </a:path>
            </a:pathLst>
          </a:custGeom>
          <a:solidFill>
            <a:srgbClr val="949494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5B4F79-5D90-D29B-18AD-CCAD662EF8C1}"/>
              </a:ext>
            </a:extLst>
          </p:cNvPr>
          <p:cNvSpPr/>
          <p:nvPr/>
        </p:nvSpPr>
        <p:spPr>
          <a:xfrm>
            <a:off x="6830762" y="1499870"/>
            <a:ext cx="981768" cy="1244407"/>
          </a:xfrm>
          <a:custGeom>
            <a:avLst/>
            <a:gdLst>
              <a:gd name="csX0" fmla="*/ 0 w 1196340"/>
              <a:gd name="csY0" fmla="*/ 0 h 1516380"/>
              <a:gd name="csX1" fmla="*/ 891540 w 1196340"/>
              <a:gd name="csY1" fmla="*/ 289560 h 1516380"/>
              <a:gd name="csX2" fmla="*/ 1196340 w 1196340"/>
              <a:gd name="csY2" fmla="*/ 944880 h 1516380"/>
              <a:gd name="csX3" fmla="*/ 1165860 w 1196340"/>
              <a:gd name="csY3" fmla="*/ 1516380 h 1516380"/>
              <a:gd name="csX4" fmla="*/ 487680 w 1196340"/>
              <a:gd name="csY4" fmla="*/ 1440180 h 1516380"/>
              <a:gd name="csX5" fmla="*/ 0 w 1196340"/>
              <a:gd name="csY5" fmla="*/ 0 h 1516380"/>
              <a:gd name="csX0" fmla="*/ 0 w 1196340"/>
              <a:gd name="csY0" fmla="*/ 0 h 1516380"/>
              <a:gd name="csX1" fmla="*/ 891540 w 1196340"/>
              <a:gd name="csY1" fmla="*/ 289560 h 1516380"/>
              <a:gd name="csX2" fmla="*/ 1196340 w 1196340"/>
              <a:gd name="csY2" fmla="*/ 944880 h 1516380"/>
              <a:gd name="csX3" fmla="*/ 1165860 w 1196340"/>
              <a:gd name="csY3" fmla="*/ 1516380 h 1516380"/>
              <a:gd name="csX4" fmla="*/ 502920 w 1196340"/>
              <a:gd name="csY4" fmla="*/ 1413510 h 1516380"/>
              <a:gd name="csX5" fmla="*/ 0 w 1196340"/>
              <a:gd name="csY5" fmla="*/ 0 h 1516380"/>
              <a:gd name="csX0" fmla="*/ 0 w 1196340"/>
              <a:gd name="csY0" fmla="*/ 0 h 1516380"/>
              <a:gd name="csX1" fmla="*/ 891540 w 1196340"/>
              <a:gd name="csY1" fmla="*/ 289560 h 1516380"/>
              <a:gd name="csX2" fmla="*/ 1196340 w 1196340"/>
              <a:gd name="csY2" fmla="*/ 944880 h 1516380"/>
              <a:gd name="csX3" fmla="*/ 1165860 w 1196340"/>
              <a:gd name="csY3" fmla="*/ 1516380 h 1516380"/>
              <a:gd name="csX4" fmla="*/ 586740 w 1196340"/>
              <a:gd name="csY4" fmla="*/ 1405890 h 1516380"/>
              <a:gd name="csX5" fmla="*/ 0 w 1196340"/>
              <a:gd name="csY5" fmla="*/ 0 h 1516380"/>
              <a:gd name="csX0" fmla="*/ 0 w 1196340"/>
              <a:gd name="csY0" fmla="*/ 0 h 1516380"/>
              <a:gd name="csX1" fmla="*/ 891540 w 1196340"/>
              <a:gd name="csY1" fmla="*/ 289560 h 1516380"/>
              <a:gd name="csX2" fmla="*/ 1196340 w 1196340"/>
              <a:gd name="csY2" fmla="*/ 944880 h 1516380"/>
              <a:gd name="csX3" fmla="*/ 1165860 w 1196340"/>
              <a:gd name="csY3" fmla="*/ 1516380 h 1516380"/>
              <a:gd name="csX4" fmla="*/ 499110 w 1196340"/>
              <a:gd name="csY4" fmla="*/ 1424940 h 1516380"/>
              <a:gd name="csX5" fmla="*/ 0 w 1196340"/>
              <a:gd name="csY5" fmla="*/ 0 h 1516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96340" h="1516380">
                <a:moveTo>
                  <a:pt x="0" y="0"/>
                </a:moveTo>
                <a:lnTo>
                  <a:pt x="891540" y="289560"/>
                </a:lnTo>
                <a:lnTo>
                  <a:pt x="1196340" y="944880"/>
                </a:lnTo>
                <a:lnTo>
                  <a:pt x="1165860" y="1516380"/>
                </a:lnTo>
                <a:lnTo>
                  <a:pt x="499110" y="1424940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FF8D96E-9A43-7EFC-4606-E60C483D74CB}"/>
              </a:ext>
            </a:extLst>
          </p:cNvPr>
          <p:cNvSpPr/>
          <p:nvPr/>
        </p:nvSpPr>
        <p:spPr>
          <a:xfrm>
            <a:off x="6011580" y="2275279"/>
            <a:ext cx="2026069" cy="2920291"/>
          </a:xfrm>
          <a:custGeom>
            <a:avLst/>
            <a:gdLst>
              <a:gd name="csX0" fmla="*/ 2209800 w 2446020"/>
              <a:gd name="csY0" fmla="*/ 0 h 3543300"/>
              <a:gd name="csX1" fmla="*/ 2446020 w 2446020"/>
              <a:gd name="csY1" fmla="*/ 784860 h 3543300"/>
              <a:gd name="csX2" fmla="*/ 2385060 w 2446020"/>
              <a:gd name="csY2" fmla="*/ 1074420 h 3543300"/>
              <a:gd name="csX3" fmla="*/ 1668780 w 2446020"/>
              <a:gd name="csY3" fmla="*/ 2895600 h 3543300"/>
              <a:gd name="csX4" fmla="*/ 1135380 w 2446020"/>
              <a:gd name="csY4" fmla="*/ 3352800 h 3543300"/>
              <a:gd name="csX5" fmla="*/ 0 w 2446020"/>
              <a:gd name="csY5" fmla="*/ 3543300 h 3543300"/>
              <a:gd name="csX6" fmla="*/ 723900 w 2446020"/>
              <a:gd name="csY6" fmla="*/ 2941320 h 3543300"/>
              <a:gd name="csX7" fmla="*/ 746760 w 2446020"/>
              <a:gd name="csY7" fmla="*/ 2514600 h 3543300"/>
              <a:gd name="csX8" fmla="*/ 1912620 w 2446020"/>
              <a:gd name="csY8" fmla="*/ 1988820 h 3543300"/>
              <a:gd name="csX9" fmla="*/ 2209800 w 2446020"/>
              <a:gd name="csY9" fmla="*/ 998220 h 3543300"/>
              <a:gd name="csX10" fmla="*/ 2186940 w 2446020"/>
              <a:gd name="csY10" fmla="*/ 548640 h 3543300"/>
              <a:gd name="csX11" fmla="*/ 2209800 w 2446020"/>
              <a:gd name="csY11" fmla="*/ 0 h 3543300"/>
              <a:gd name="csX0" fmla="*/ 2209800 w 2446020"/>
              <a:gd name="csY0" fmla="*/ 0 h 3543300"/>
              <a:gd name="csX1" fmla="*/ 2446020 w 2446020"/>
              <a:gd name="csY1" fmla="*/ 784860 h 3543300"/>
              <a:gd name="csX2" fmla="*/ 2385060 w 2446020"/>
              <a:gd name="csY2" fmla="*/ 1074420 h 3543300"/>
              <a:gd name="csX3" fmla="*/ 1668780 w 2446020"/>
              <a:gd name="csY3" fmla="*/ 2895600 h 3543300"/>
              <a:gd name="csX4" fmla="*/ 1135380 w 2446020"/>
              <a:gd name="csY4" fmla="*/ 3352800 h 3543300"/>
              <a:gd name="csX5" fmla="*/ 0 w 2446020"/>
              <a:gd name="csY5" fmla="*/ 3543300 h 3543300"/>
              <a:gd name="csX6" fmla="*/ 723900 w 2446020"/>
              <a:gd name="csY6" fmla="*/ 2941320 h 3543300"/>
              <a:gd name="csX7" fmla="*/ 726440 w 2446020"/>
              <a:gd name="csY7" fmla="*/ 2537460 h 3543300"/>
              <a:gd name="csX8" fmla="*/ 1912620 w 2446020"/>
              <a:gd name="csY8" fmla="*/ 1988820 h 3543300"/>
              <a:gd name="csX9" fmla="*/ 2209800 w 2446020"/>
              <a:gd name="csY9" fmla="*/ 998220 h 3543300"/>
              <a:gd name="csX10" fmla="*/ 2186940 w 2446020"/>
              <a:gd name="csY10" fmla="*/ 548640 h 3543300"/>
              <a:gd name="csX11" fmla="*/ 2209800 w 2446020"/>
              <a:gd name="csY11" fmla="*/ 0 h 3543300"/>
              <a:gd name="csX0" fmla="*/ 2209800 w 2446020"/>
              <a:gd name="csY0" fmla="*/ 0 h 3543300"/>
              <a:gd name="csX1" fmla="*/ 2446020 w 2446020"/>
              <a:gd name="csY1" fmla="*/ 784860 h 3543300"/>
              <a:gd name="csX2" fmla="*/ 2385060 w 2446020"/>
              <a:gd name="csY2" fmla="*/ 1074420 h 3543300"/>
              <a:gd name="csX3" fmla="*/ 1668780 w 2446020"/>
              <a:gd name="csY3" fmla="*/ 2895600 h 3543300"/>
              <a:gd name="csX4" fmla="*/ 1135380 w 2446020"/>
              <a:gd name="csY4" fmla="*/ 3352800 h 3543300"/>
              <a:gd name="csX5" fmla="*/ 0 w 2446020"/>
              <a:gd name="csY5" fmla="*/ 3543300 h 3543300"/>
              <a:gd name="csX6" fmla="*/ 701040 w 2446020"/>
              <a:gd name="csY6" fmla="*/ 2926080 h 3543300"/>
              <a:gd name="csX7" fmla="*/ 726440 w 2446020"/>
              <a:gd name="csY7" fmla="*/ 2537460 h 3543300"/>
              <a:gd name="csX8" fmla="*/ 1912620 w 2446020"/>
              <a:gd name="csY8" fmla="*/ 1988820 h 3543300"/>
              <a:gd name="csX9" fmla="*/ 2209800 w 2446020"/>
              <a:gd name="csY9" fmla="*/ 998220 h 3543300"/>
              <a:gd name="csX10" fmla="*/ 2186940 w 2446020"/>
              <a:gd name="csY10" fmla="*/ 548640 h 3543300"/>
              <a:gd name="csX11" fmla="*/ 2209800 w 2446020"/>
              <a:gd name="csY11" fmla="*/ 0 h 3543300"/>
              <a:gd name="csX0" fmla="*/ 2198370 w 2446020"/>
              <a:gd name="csY0" fmla="*/ 0 h 3558540"/>
              <a:gd name="csX1" fmla="*/ 2446020 w 2446020"/>
              <a:gd name="csY1" fmla="*/ 800100 h 3558540"/>
              <a:gd name="csX2" fmla="*/ 2385060 w 2446020"/>
              <a:gd name="csY2" fmla="*/ 1089660 h 3558540"/>
              <a:gd name="csX3" fmla="*/ 1668780 w 2446020"/>
              <a:gd name="csY3" fmla="*/ 2910840 h 3558540"/>
              <a:gd name="csX4" fmla="*/ 1135380 w 2446020"/>
              <a:gd name="csY4" fmla="*/ 3368040 h 3558540"/>
              <a:gd name="csX5" fmla="*/ 0 w 2446020"/>
              <a:gd name="csY5" fmla="*/ 3558540 h 3558540"/>
              <a:gd name="csX6" fmla="*/ 701040 w 2446020"/>
              <a:gd name="csY6" fmla="*/ 2941320 h 3558540"/>
              <a:gd name="csX7" fmla="*/ 726440 w 2446020"/>
              <a:gd name="csY7" fmla="*/ 2552700 h 3558540"/>
              <a:gd name="csX8" fmla="*/ 1912620 w 2446020"/>
              <a:gd name="csY8" fmla="*/ 2004060 h 3558540"/>
              <a:gd name="csX9" fmla="*/ 2209800 w 2446020"/>
              <a:gd name="csY9" fmla="*/ 1013460 h 3558540"/>
              <a:gd name="csX10" fmla="*/ 2186940 w 2446020"/>
              <a:gd name="csY10" fmla="*/ 563880 h 3558540"/>
              <a:gd name="csX11" fmla="*/ 2198370 w 2446020"/>
              <a:gd name="csY11" fmla="*/ 0 h 3558540"/>
              <a:gd name="csX0" fmla="*/ 2198370 w 2446020"/>
              <a:gd name="csY0" fmla="*/ 0 h 3558540"/>
              <a:gd name="csX1" fmla="*/ 2446020 w 2446020"/>
              <a:gd name="csY1" fmla="*/ 800100 h 3558540"/>
              <a:gd name="csX2" fmla="*/ 2385060 w 2446020"/>
              <a:gd name="csY2" fmla="*/ 1089660 h 3558540"/>
              <a:gd name="csX3" fmla="*/ 1668780 w 2446020"/>
              <a:gd name="csY3" fmla="*/ 2910840 h 3558540"/>
              <a:gd name="csX4" fmla="*/ 1135380 w 2446020"/>
              <a:gd name="csY4" fmla="*/ 3368040 h 3558540"/>
              <a:gd name="csX5" fmla="*/ 0 w 2446020"/>
              <a:gd name="csY5" fmla="*/ 3558540 h 3558540"/>
              <a:gd name="csX6" fmla="*/ 701040 w 2446020"/>
              <a:gd name="csY6" fmla="*/ 2941320 h 3558540"/>
              <a:gd name="csX7" fmla="*/ 726440 w 2446020"/>
              <a:gd name="csY7" fmla="*/ 2552700 h 3558540"/>
              <a:gd name="csX8" fmla="*/ 1912620 w 2446020"/>
              <a:gd name="csY8" fmla="*/ 2004060 h 3558540"/>
              <a:gd name="csX9" fmla="*/ 2209800 w 2446020"/>
              <a:gd name="csY9" fmla="*/ 1013460 h 3558540"/>
              <a:gd name="csX10" fmla="*/ 2167890 w 2446020"/>
              <a:gd name="csY10" fmla="*/ 567690 h 3558540"/>
              <a:gd name="csX11" fmla="*/ 2198370 w 2446020"/>
              <a:gd name="csY11" fmla="*/ 0 h 3558540"/>
              <a:gd name="csX0" fmla="*/ 2198370 w 2468880"/>
              <a:gd name="csY0" fmla="*/ 0 h 3558540"/>
              <a:gd name="csX1" fmla="*/ 2468880 w 2468880"/>
              <a:gd name="csY1" fmla="*/ 661035 h 3558540"/>
              <a:gd name="csX2" fmla="*/ 2385060 w 2468880"/>
              <a:gd name="csY2" fmla="*/ 1089660 h 3558540"/>
              <a:gd name="csX3" fmla="*/ 1668780 w 2468880"/>
              <a:gd name="csY3" fmla="*/ 2910840 h 3558540"/>
              <a:gd name="csX4" fmla="*/ 1135380 w 2468880"/>
              <a:gd name="csY4" fmla="*/ 3368040 h 3558540"/>
              <a:gd name="csX5" fmla="*/ 0 w 2468880"/>
              <a:gd name="csY5" fmla="*/ 3558540 h 3558540"/>
              <a:gd name="csX6" fmla="*/ 701040 w 2468880"/>
              <a:gd name="csY6" fmla="*/ 2941320 h 3558540"/>
              <a:gd name="csX7" fmla="*/ 726440 w 2468880"/>
              <a:gd name="csY7" fmla="*/ 2552700 h 3558540"/>
              <a:gd name="csX8" fmla="*/ 1912620 w 2468880"/>
              <a:gd name="csY8" fmla="*/ 2004060 h 3558540"/>
              <a:gd name="csX9" fmla="*/ 2209800 w 2468880"/>
              <a:gd name="csY9" fmla="*/ 1013460 h 3558540"/>
              <a:gd name="csX10" fmla="*/ 2167890 w 2468880"/>
              <a:gd name="csY10" fmla="*/ 567690 h 3558540"/>
              <a:gd name="csX11" fmla="*/ 2198370 w 2468880"/>
              <a:gd name="csY11" fmla="*/ 0 h 3558540"/>
              <a:gd name="csX0" fmla="*/ 2198370 w 2468880"/>
              <a:gd name="csY0" fmla="*/ 0 h 3558540"/>
              <a:gd name="csX1" fmla="*/ 2468880 w 2468880"/>
              <a:gd name="csY1" fmla="*/ 661035 h 3558540"/>
              <a:gd name="csX2" fmla="*/ 2385060 w 2468880"/>
              <a:gd name="csY2" fmla="*/ 1089660 h 3558540"/>
              <a:gd name="csX3" fmla="*/ 1668780 w 2468880"/>
              <a:gd name="csY3" fmla="*/ 2910840 h 3558540"/>
              <a:gd name="csX4" fmla="*/ 1135380 w 2468880"/>
              <a:gd name="csY4" fmla="*/ 3368040 h 3558540"/>
              <a:gd name="csX5" fmla="*/ 0 w 2468880"/>
              <a:gd name="csY5" fmla="*/ 3558540 h 3558540"/>
              <a:gd name="csX6" fmla="*/ 701040 w 2468880"/>
              <a:gd name="csY6" fmla="*/ 2941320 h 3558540"/>
              <a:gd name="csX7" fmla="*/ 726440 w 2468880"/>
              <a:gd name="csY7" fmla="*/ 2552700 h 3558540"/>
              <a:gd name="csX8" fmla="*/ 1912620 w 2468880"/>
              <a:gd name="csY8" fmla="*/ 2004060 h 3558540"/>
              <a:gd name="csX9" fmla="*/ 2226945 w 2468880"/>
              <a:gd name="csY9" fmla="*/ 994410 h 3558540"/>
              <a:gd name="csX10" fmla="*/ 2167890 w 2468880"/>
              <a:gd name="csY10" fmla="*/ 567690 h 3558540"/>
              <a:gd name="csX11" fmla="*/ 2198370 w 2468880"/>
              <a:gd name="csY11" fmla="*/ 0 h 35585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468880" h="3558540">
                <a:moveTo>
                  <a:pt x="2198370" y="0"/>
                </a:moveTo>
                <a:lnTo>
                  <a:pt x="2468880" y="661035"/>
                </a:lnTo>
                <a:lnTo>
                  <a:pt x="2385060" y="1089660"/>
                </a:lnTo>
                <a:lnTo>
                  <a:pt x="1668780" y="2910840"/>
                </a:lnTo>
                <a:lnTo>
                  <a:pt x="1135380" y="3368040"/>
                </a:lnTo>
                <a:lnTo>
                  <a:pt x="0" y="3558540"/>
                </a:lnTo>
                <a:lnTo>
                  <a:pt x="701040" y="2941320"/>
                </a:lnTo>
                <a:cubicBezTo>
                  <a:pt x="701887" y="2806700"/>
                  <a:pt x="725593" y="2687320"/>
                  <a:pt x="726440" y="2552700"/>
                </a:cubicBezTo>
                <a:lnTo>
                  <a:pt x="1912620" y="2004060"/>
                </a:lnTo>
                <a:lnTo>
                  <a:pt x="2226945" y="994410"/>
                </a:lnTo>
                <a:lnTo>
                  <a:pt x="2167890" y="567690"/>
                </a:lnTo>
                <a:lnTo>
                  <a:pt x="219837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B3F4CEB-3C1A-8EE0-598C-16AE9506FCEB}"/>
              </a:ext>
            </a:extLst>
          </p:cNvPr>
          <p:cNvSpPr/>
          <p:nvPr/>
        </p:nvSpPr>
        <p:spPr>
          <a:xfrm>
            <a:off x="6344568" y="2669237"/>
            <a:ext cx="1494539" cy="1700897"/>
          </a:xfrm>
          <a:custGeom>
            <a:avLst/>
            <a:gdLst>
              <a:gd name="csX0" fmla="*/ 998220 w 1577340"/>
              <a:gd name="csY0" fmla="*/ 0 h 1844040"/>
              <a:gd name="csX1" fmla="*/ 1535430 w 1577340"/>
              <a:gd name="csY1" fmla="*/ 80010 h 1844040"/>
              <a:gd name="csX2" fmla="*/ 1577340 w 1577340"/>
              <a:gd name="csY2" fmla="*/ 426720 h 1844040"/>
              <a:gd name="csX3" fmla="*/ 1280160 w 1577340"/>
              <a:gd name="csY3" fmla="*/ 1325880 h 1844040"/>
              <a:gd name="csX4" fmla="*/ 259080 w 1577340"/>
              <a:gd name="csY4" fmla="*/ 1844040 h 1844040"/>
              <a:gd name="csX5" fmla="*/ 87630 w 1577340"/>
              <a:gd name="csY5" fmla="*/ 1771650 h 1844040"/>
              <a:gd name="csX6" fmla="*/ 0 w 1577340"/>
              <a:gd name="csY6" fmla="*/ 1463040 h 1844040"/>
              <a:gd name="csX7" fmla="*/ 998220 w 1577340"/>
              <a:gd name="csY7" fmla="*/ 0 h 1844040"/>
              <a:gd name="csX0" fmla="*/ 960120 w 1577340"/>
              <a:gd name="csY0" fmla="*/ 0 h 1950720"/>
              <a:gd name="csX1" fmla="*/ 1535430 w 1577340"/>
              <a:gd name="csY1" fmla="*/ 186690 h 1950720"/>
              <a:gd name="csX2" fmla="*/ 1577340 w 1577340"/>
              <a:gd name="csY2" fmla="*/ 533400 h 1950720"/>
              <a:gd name="csX3" fmla="*/ 1280160 w 1577340"/>
              <a:gd name="csY3" fmla="*/ 1432560 h 1950720"/>
              <a:gd name="csX4" fmla="*/ 259080 w 1577340"/>
              <a:gd name="csY4" fmla="*/ 1950720 h 1950720"/>
              <a:gd name="csX5" fmla="*/ 87630 w 1577340"/>
              <a:gd name="csY5" fmla="*/ 1878330 h 1950720"/>
              <a:gd name="csX6" fmla="*/ 0 w 1577340"/>
              <a:gd name="csY6" fmla="*/ 1569720 h 1950720"/>
              <a:gd name="csX7" fmla="*/ 960120 w 1577340"/>
              <a:gd name="csY7" fmla="*/ 0 h 1950720"/>
              <a:gd name="csX0" fmla="*/ 960120 w 1630680"/>
              <a:gd name="csY0" fmla="*/ 0 h 1950720"/>
              <a:gd name="csX1" fmla="*/ 1630680 w 1630680"/>
              <a:gd name="csY1" fmla="*/ 93345 h 1950720"/>
              <a:gd name="csX2" fmla="*/ 1577340 w 1630680"/>
              <a:gd name="csY2" fmla="*/ 533400 h 1950720"/>
              <a:gd name="csX3" fmla="*/ 1280160 w 1630680"/>
              <a:gd name="csY3" fmla="*/ 1432560 h 1950720"/>
              <a:gd name="csX4" fmla="*/ 259080 w 1630680"/>
              <a:gd name="csY4" fmla="*/ 1950720 h 1950720"/>
              <a:gd name="csX5" fmla="*/ 87630 w 1630680"/>
              <a:gd name="csY5" fmla="*/ 1878330 h 1950720"/>
              <a:gd name="csX6" fmla="*/ 0 w 1630680"/>
              <a:gd name="csY6" fmla="*/ 1569720 h 1950720"/>
              <a:gd name="csX7" fmla="*/ 960120 w 1630680"/>
              <a:gd name="csY7" fmla="*/ 0 h 1950720"/>
              <a:gd name="csX0" fmla="*/ 960120 w 1689735"/>
              <a:gd name="csY0" fmla="*/ 0 h 1950720"/>
              <a:gd name="csX1" fmla="*/ 1630680 w 1689735"/>
              <a:gd name="csY1" fmla="*/ 93345 h 1950720"/>
              <a:gd name="csX2" fmla="*/ 1689735 w 1689735"/>
              <a:gd name="csY2" fmla="*/ 514350 h 1950720"/>
              <a:gd name="csX3" fmla="*/ 1280160 w 1689735"/>
              <a:gd name="csY3" fmla="*/ 1432560 h 1950720"/>
              <a:gd name="csX4" fmla="*/ 259080 w 1689735"/>
              <a:gd name="csY4" fmla="*/ 1950720 h 1950720"/>
              <a:gd name="csX5" fmla="*/ 87630 w 1689735"/>
              <a:gd name="csY5" fmla="*/ 1878330 h 1950720"/>
              <a:gd name="csX6" fmla="*/ 0 w 1689735"/>
              <a:gd name="csY6" fmla="*/ 1569720 h 1950720"/>
              <a:gd name="csX7" fmla="*/ 960120 w 1689735"/>
              <a:gd name="csY7" fmla="*/ 0 h 1950720"/>
              <a:gd name="csX0" fmla="*/ 960120 w 1689735"/>
              <a:gd name="csY0" fmla="*/ 0 h 1950720"/>
              <a:gd name="csX1" fmla="*/ 1630680 w 1689735"/>
              <a:gd name="csY1" fmla="*/ 93345 h 1950720"/>
              <a:gd name="csX2" fmla="*/ 1689735 w 1689735"/>
              <a:gd name="csY2" fmla="*/ 514350 h 1950720"/>
              <a:gd name="csX3" fmla="*/ 1377315 w 1689735"/>
              <a:gd name="csY3" fmla="*/ 1522095 h 1950720"/>
              <a:gd name="csX4" fmla="*/ 259080 w 1689735"/>
              <a:gd name="csY4" fmla="*/ 1950720 h 1950720"/>
              <a:gd name="csX5" fmla="*/ 87630 w 1689735"/>
              <a:gd name="csY5" fmla="*/ 1878330 h 1950720"/>
              <a:gd name="csX6" fmla="*/ 0 w 1689735"/>
              <a:gd name="csY6" fmla="*/ 1569720 h 1950720"/>
              <a:gd name="csX7" fmla="*/ 960120 w 1689735"/>
              <a:gd name="csY7" fmla="*/ 0 h 1950720"/>
              <a:gd name="csX0" fmla="*/ 960120 w 1689735"/>
              <a:gd name="csY0" fmla="*/ 0 h 2078355"/>
              <a:gd name="csX1" fmla="*/ 1630680 w 1689735"/>
              <a:gd name="csY1" fmla="*/ 93345 h 2078355"/>
              <a:gd name="csX2" fmla="*/ 1689735 w 1689735"/>
              <a:gd name="csY2" fmla="*/ 514350 h 2078355"/>
              <a:gd name="csX3" fmla="*/ 1377315 w 1689735"/>
              <a:gd name="csY3" fmla="*/ 1522095 h 2078355"/>
              <a:gd name="csX4" fmla="*/ 186690 w 1689735"/>
              <a:gd name="csY4" fmla="*/ 2078355 h 2078355"/>
              <a:gd name="csX5" fmla="*/ 87630 w 1689735"/>
              <a:gd name="csY5" fmla="*/ 1878330 h 2078355"/>
              <a:gd name="csX6" fmla="*/ 0 w 1689735"/>
              <a:gd name="csY6" fmla="*/ 1569720 h 2078355"/>
              <a:gd name="csX7" fmla="*/ 960120 w 1689735"/>
              <a:gd name="csY7" fmla="*/ 0 h 2078355"/>
              <a:gd name="csX0" fmla="*/ 986790 w 1716405"/>
              <a:gd name="csY0" fmla="*/ 0 h 2078355"/>
              <a:gd name="csX1" fmla="*/ 1657350 w 1716405"/>
              <a:gd name="csY1" fmla="*/ 93345 h 2078355"/>
              <a:gd name="csX2" fmla="*/ 1716405 w 1716405"/>
              <a:gd name="csY2" fmla="*/ 514350 h 2078355"/>
              <a:gd name="csX3" fmla="*/ 1403985 w 1716405"/>
              <a:gd name="csY3" fmla="*/ 1522095 h 2078355"/>
              <a:gd name="csX4" fmla="*/ 213360 w 1716405"/>
              <a:gd name="csY4" fmla="*/ 2078355 h 2078355"/>
              <a:gd name="csX5" fmla="*/ 0 w 1716405"/>
              <a:gd name="csY5" fmla="*/ 1946910 h 2078355"/>
              <a:gd name="csX6" fmla="*/ 26670 w 1716405"/>
              <a:gd name="csY6" fmla="*/ 1569720 h 2078355"/>
              <a:gd name="csX7" fmla="*/ 986790 w 1716405"/>
              <a:gd name="csY7" fmla="*/ 0 h 2078355"/>
              <a:gd name="csX0" fmla="*/ 986790 w 1716405"/>
              <a:gd name="csY0" fmla="*/ 0 h 2026920"/>
              <a:gd name="csX1" fmla="*/ 1657350 w 1716405"/>
              <a:gd name="csY1" fmla="*/ 93345 h 2026920"/>
              <a:gd name="csX2" fmla="*/ 1716405 w 1716405"/>
              <a:gd name="csY2" fmla="*/ 514350 h 2026920"/>
              <a:gd name="csX3" fmla="*/ 1403985 w 1716405"/>
              <a:gd name="csY3" fmla="*/ 1522095 h 2026920"/>
              <a:gd name="csX4" fmla="*/ 226695 w 1716405"/>
              <a:gd name="csY4" fmla="*/ 2026920 h 2026920"/>
              <a:gd name="csX5" fmla="*/ 0 w 1716405"/>
              <a:gd name="csY5" fmla="*/ 1946910 h 2026920"/>
              <a:gd name="csX6" fmla="*/ 26670 w 1716405"/>
              <a:gd name="csY6" fmla="*/ 1569720 h 2026920"/>
              <a:gd name="csX7" fmla="*/ 986790 w 1716405"/>
              <a:gd name="csY7" fmla="*/ 0 h 2026920"/>
              <a:gd name="csX0" fmla="*/ 986790 w 1716405"/>
              <a:gd name="csY0" fmla="*/ 0 h 2072640"/>
              <a:gd name="csX1" fmla="*/ 1657350 w 1716405"/>
              <a:gd name="csY1" fmla="*/ 93345 h 2072640"/>
              <a:gd name="csX2" fmla="*/ 1716405 w 1716405"/>
              <a:gd name="csY2" fmla="*/ 514350 h 2072640"/>
              <a:gd name="csX3" fmla="*/ 1403985 w 1716405"/>
              <a:gd name="csY3" fmla="*/ 1522095 h 2072640"/>
              <a:gd name="csX4" fmla="*/ 220980 w 1716405"/>
              <a:gd name="csY4" fmla="*/ 2072640 h 2072640"/>
              <a:gd name="csX5" fmla="*/ 0 w 1716405"/>
              <a:gd name="csY5" fmla="*/ 1946910 h 2072640"/>
              <a:gd name="csX6" fmla="*/ 26670 w 1716405"/>
              <a:gd name="csY6" fmla="*/ 1569720 h 2072640"/>
              <a:gd name="csX7" fmla="*/ 986790 w 1716405"/>
              <a:gd name="csY7" fmla="*/ 0 h 2072640"/>
              <a:gd name="csX0" fmla="*/ 1082040 w 1811655"/>
              <a:gd name="csY0" fmla="*/ 0 h 2072640"/>
              <a:gd name="csX1" fmla="*/ 1752600 w 1811655"/>
              <a:gd name="csY1" fmla="*/ 93345 h 2072640"/>
              <a:gd name="csX2" fmla="*/ 1811655 w 1811655"/>
              <a:gd name="csY2" fmla="*/ 514350 h 2072640"/>
              <a:gd name="csX3" fmla="*/ 1499235 w 1811655"/>
              <a:gd name="csY3" fmla="*/ 1522095 h 2072640"/>
              <a:gd name="csX4" fmla="*/ 316230 w 1811655"/>
              <a:gd name="csY4" fmla="*/ 2072640 h 2072640"/>
              <a:gd name="csX5" fmla="*/ 95250 w 1811655"/>
              <a:gd name="csY5" fmla="*/ 1946910 h 2072640"/>
              <a:gd name="csX6" fmla="*/ 0 w 1811655"/>
              <a:gd name="csY6" fmla="*/ 1602105 h 2072640"/>
              <a:gd name="csX7" fmla="*/ 1082040 w 1811655"/>
              <a:gd name="csY7" fmla="*/ 0 h 2072640"/>
              <a:gd name="csX0" fmla="*/ 1091565 w 1821180"/>
              <a:gd name="csY0" fmla="*/ 0 h 2072640"/>
              <a:gd name="csX1" fmla="*/ 1762125 w 1821180"/>
              <a:gd name="csY1" fmla="*/ 93345 h 2072640"/>
              <a:gd name="csX2" fmla="*/ 1821180 w 1821180"/>
              <a:gd name="csY2" fmla="*/ 514350 h 2072640"/>
              <a:gd name="csX3" fmla="*/ 1508760 w 1821180"/>
              <a:gd name="csY3" fmla="*/ 1522095 h 2072640"/>
              <a:gd name="csX4" fmla="*/ 325755 w 1821180"/>
              <a:gd name="csY4" fmla="*/ 2072640 h 2072640"/>
              <a:gd name="csX5" fmla="*/ 104775 w 1821180"/>
              <a:gd name="csY5" fmla="*/ 1946910 h 2072640"/>
              <a:gd name="csX6" fmla="*/ 0 w 1821180"/>
              <a:gd name="csY6" fmla="*/ 1602105 h 2072640"/>
              <a:gd name="csX7" fmla="*/ 1091565 w 1821180"/>
              <a:gd name="csY7" fmla="*/ 0 h 2072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21180" h="2072640">
                <a:moveTo>
                  <a:pt x="1091565" y="0"/>
                </a:moveTo>
                <a:lnTo>
                  <a:pt x="1762125" y="93345"/>
                </a:lnTo>
                <a:lnTo>
                  <a:pt x="1821180" y="514350"/>
                </a:lnTo>
                <a:lnTo>
                  <a:pt x="1508760" y="1522095"/>
                </a:lnTo>
                <a:lnTo>
                  <a:pt x="325755" y="2072640"/>
                </a:lnTo>
                <a:lnTo>
                  <a:pt x="104775" y="1946910"/>
                </a:lnTo>
                <a:lnTo>
                  <a:pt x="0" y="1602105"/>
                </a:lnTo>
                <a:lnTo>
                  <a:pt x="1091565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EFE0150-D297-BBCA-200A-393302831156}"/>
              </a:ext>
            </a:extLst>
          </p:cNvPr>
          <p:cNvSpPr/>
          <p:nvPr/>
        </p:nvSpPr>
        <p:spPr>
          <a:xfrm>
            <a:off x="4130040" y="1524000"/>
            <a:ext cx="3924300" cy="3657600"/>
          </a:xfrm>
          <a:custGeom>
            <a:avLst/>
            <a:gdLst>
              <a:gd name="csX0" fmla="*/ 1516380 w 3855720"/>
              <a:gd name="csY0" fmla="*/ 30480 h 3581400"/>
              <a:gd name="csX1" fmla="*/ 3314700 w 3855720"/>
              <a:gd name="csY1" fmla="*/ 0 h 3581400"/>
              <a:gd name="csX2" fmla="*/ 3855720 w 3855720"/>
              <a:gd name="csY2" fmla="*/ 1158240 h 3581400"/>
              <a:gd name="csX3" fmla="*/ 2773680 w 3855720"/>
              <a:gd name="csY3" fmla="*/ 3451860 h 3581400"/>
              <a:gd name="csX4" fmla="*/ 952500 w 3855720"/>
              <a:gd name="csY4" fmla="*/ 3581400 h 3581400"/>
              <a:gd name="csX5" fmla="*/ 0 w 3855720"/>
              <a:gd name="csY5" fmla="*/ 2674620 h 3581400"/>
              <a:gd name="csX6" fmla="*/ 7620 w 3855720"/>
              <a:gd name="csY6" fmla="*/ 1729740 h 3581400"/>
              <a:gd name="csX7" fmla="*/ 1516380 w 3855720"/>
              <a:gd name="csY7" fmla="*/ 30480 h 3581400"/>
              <a:gd name="csX0" fmla="*/ 1516380 w 3855720"/>
              <a:gd name="csY0" fmla="*/ 106680 h 3657600"/>
              <a:gd name="csX1" fmla="*/ 3078480 w 3855720"/>
              <a:gd name="csY1" fmla="*/ 0 h 3657600"/>
              <a:gd name="csX2" fmla="*/ 3855720 w 3855720"/>
              <a:gd name="csY2" fmla="*/ 1234440 h 3657600"/>
              <a:gd name="csX3" fmla="*/ 2773680 w 3855720"/>
              <a:gd name="csY3" fmla="*/ 3528060 h 3657600"/>
              <a:gd name="csX4" fmla="*/ 952500 w 3855720"/>
              <a:gd name="csY4" fmla="*/ 3657600 h 3657600"/>
              <a:gd name="csX5" fmla="*/ 0 w 3855720"/>
              <a:gd name="csY5" fmla="*/ 2750820 h 3657600"/>
              <a:gd name="csX6" fmla="*/ 7620 w 3855720"/>
              <a:gd name="csY6" fmla="*/ 1805940 h 3657600"/>
              <a:gd name="csX7" fmla="*/ 1516380 w 3855720"/>
              <a:gd name="csY7" fmla="*/ 106680 h 3657600"/>
              <a:gd name="csX0" fmla="*/ 1333500 w 3855720"/>
              <a:gd name="csY0" fmla="*/ 205740 h 3657600"/>
              <a:gd name="csX1" fmla="*/ 3078480 w 3855720"/>
              <a:gd name="csY1" fmla="*/ 0 h 3657600"/>
              <a:gd name="csX2" fmla="*/ 3855720 w 3855720"/>
              <a:gd name="csY2" fmla="*/ 1234440 h 3657600"/>
              <a:gd name="csX3" fmla="*/ 2773680 w 3855720"/>
              <a:gd name="csY3" fmla="*/ 3528060 h 3657600"/>
              <a:gd name="csX4" fmla="*/ 952500 w 3855720"/>
              <a:gd name="csY4" fmla="*/ 3657600 h 3657600"/>
              <a:gd name="csX5" fmla="*/ 0 w 3855720"/>
              <a:gd name="csY5" fmla="*/ 2750820 h 3657600"/>
              <a:gd name="csX6" fmla="*/ 7620 w 3855720"/>
              <a:gd name="csY6" fmla="*/ 1805940 h 3657600"/>
              <a:gd name="csX7" fmla="*/ 1333500 w 3855720"/>
              <a:gd name="csY7" fmla="*/ 205740 h 3657600"/>
              <a:gd name="csX0" fmla="*/ 1333500 w 3855720"/>
              <a:gd name="csY0" fmla="*/ 205740 h 3657600"/>
              <a:gd name="csX1" fmla="*/ 3078480 w 3855720"/>
              <a:gd name="csY1" fmla="*/ 0 h 3657600"/>
              <a:gd name="csX2" fmla="*/ 3855720 w 3855720"/>
              <a:gd name="csY2" fmla="*/ 1234440 h 3657600"/>
              <a:gd name="csX3" fmla="*/ 2979420 w 3855720"/>
              <a:gd name="csY3" fmla="*/ 3451860 h 3657600"/>
              <a:gd name="csX4" fmla="*/ 952500 w 3855720"/>
              <a:gd name="csY4" fmla="*/ 3657600 h 3657600"/>
              <a:gd name="csX5" fmla="*/ 0 w 3855720"/>
              <a:gd name="csY5" fmla="*/ 2750820 h 3657600"/>
              <a:gd name="csX6" fmla="*/ 7620 w 3855720"/>
              <a:gd name="csY6" fmla="*/ 1805940 h 3657600"/>
              <a:gd name="csX7" fmla="*/ 1333500 w 3855720"/>
              <a:gd name="csY7" fmla="*/ 205740 h 3657600"/>
              <a:gd name="csX0" fmla="*/ 1325880 w 3848100"/>
              <a:gd name="csY0" fmla="*/ 205740 h 3657600"/>
              <a:gd name="csX1" fmla="*/ 3070860 w 3848100"/>
              <a:gd name="csY1" fmla="*/ 0 h 3657600"/>
              <a:gd name="csX2" fmla="*/ 3848100 w 3848100"/>
              <a:gd name="csY2" fmla="*/ 1234440 h 3657600"/>
              <a:gd name="csX3" fmla="*/ 2971800 w 3848100"/>
              <a:gd name="csY3" fmla="*/ 3451860 h 3657600"/>
              <a:gd name="csX4" fmla="*/ 944880 w 3848100"/>
              <a:gd name="csY4" fmla="*/ 3657600 h 3657600"/>
              <a:gd name="csX5" fmla="*/ 0 w 3848100"/>
              <a:gd name="csY5" fmla="*/ 1805940 h 3657600"/>
              <a:gd name="csX6" fmla="*/ 1325880 w 3848100"/>
              <a:gd name="csY6" fmla="*/ 205740 h 3657600"/>
              <a:gd name="csX0" fmla="*/ 1402080 w 3924300"/>
              <a:gd name="csY0" fmla="*/ 205740 h 3657600"/>
              <a:gd name="csX1" fmla="*/ 3147060 w 3924300"/>
              <a:gd name="csY1" fmla="*/ 0 h 3657600"/>
              <a:gd name="csX2" fmla="*/ 3924300 w 3924300"/>
              <a:gd name="csY2" fmla="*/ 1234440 h 3657600"/>
              <a:gd name="csX3" fmla="*/ 3048000 w 3924300"/>
              <a:gd name="csY3" fmla="*/ 3451860 h 3657600"/>
              <a:gd name="csX4" fmla="*/ 1021080 w 3924300"/>
              <a:gd name="csY4" fmla="*/ 3657600 h 3657600"/>
              <a:gd name="csX5" fmla="*/ 0 w 3924300"/>
              <a:gd name="csY5" fmla="*/ 2308860 h 3657600"/>
              <a:gd name="csX6" fmla="*/ 1402080 w 3924300"/>
              <a:gd name="csY6" fmla="*/ 205740 h 365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24300" h="3657600">
                <a:moveTo>
                  <a:pt x="1402080" y="205740"/>
                </a:moveTo>
                <a:lnTo>
                  <a:pt x="3147060" y="0"/>
                </a:lnTo>
                <a:lnTo>
                  <a:pt x="3924300" y="1234440"/>
                </a:lnTo>
                <a:lnTo>
                  <a:pt x="3048000" y="3451860"/>
                </a:lnTo>
                <a:lnTo>
                  <a:pt x="1021080" y="3657600"/>
                </a:lnTo>
                <a:lnTo>
                  <a:pt x="0" y="2308860"/>
                </a:lnTo>
                <a:lnTo>
                  <a:pt x="1402080" y="205740"/>
                </a:lnTo>
                <a:close/>
              </a:path>
            </a:pathLst>
          </a:cu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9CDB44-3E54-A662-1ED8-5D93854EFD1B}"/>
              </a:ext>
            </a:extLst>
          </p:cNvPr>
          <p:cNvCxnSpPr>
            <a:cxnSpLocks/>
            <a:stCxn id="2" idx="5"/>
          </p:cNvCxnSpPr>
          <p:nvPr/>
        </p:nvCxnSpPr>
        <p:spPr>
          <a:xfrm flipV="1">
            <a:off x="4130040" y="3764280"/>
            <a:ext cx="1717393" cy="685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D3D855-8D0D-96B9-9337-3E45866E758B}"/>
              </a:ext>
            </a:extLst>
          </p:cNvPr>
          <p:cNvCxnSpPr>
            <a:cxnSpLocks/>
            <a:endCxn id="2" idx="0"/>
          </p:cNvCxnSpPr>
          <p:nvPr/>
        </p:nvCxnSpPr>
        <p:spPr>
          <a:xfrm flipH="1" flipV="1">
            <a:off x="5532120" y="1729740"/>
            <a:ext cx="1298642" cy="1463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8D3066-E81A-FCDA-F995-F177C7D5E55D}"/>
              </a:ext>
            </a:extLst>
          </p:cNvPr>
          <p:cNvCxnSpPr>
            <a:cxnSpLocks/>
            <a:stCxn id="2" idx="3"/>
          </p:cNvCxnSpPr>
          <p:nvPr/>
        </p:nvCxnSpPr>
        <p:spPr>
          <a:xfrm flipH="1" flipV="1">
            <a:off x="5847433" y="3764280"/>
            <a:ext cx="1330607" cy="12115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4DF8418-E5BD-1209-A335-677B525937DC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6830762" y="2758440"/>
            <a:ext cx="1223578" cy="4343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2585575-4607-4A94-7BD1-B570ADCE09BE}"/>
              </a:ext>
            </a:extLst>
          </p:cNvPr>
          <p:cNvCxnSpPr>
            <a:cxnSpLocks/>
          </p:cNvCxnSpPr>
          <p:nvPr/>
        </p:nvCxnSpPr>
        <p:spPr>
          <a:xfrm flipV="1">
            <a:off x="5847433" y="3192780"/>
            <a:ext cx="983329" cy="571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648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3362-9028-7DC0-F864-47EC84CC9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peech Bubble: Oval 19">
            <a:extLst>
              <a:ext uri="{FF2B5EF4-FFF2-40B4-BE49-F238E27FC236}">
                <a16:creationId xmlns:a16="http://schemas.microsoft.com/office/drawing/2014/main" id="{B55CD451-CCED-FCEE-D690-A5CBA46A1628}"/>
              </a:ext>
            </a:extLst>
          </p:cNvPr>
          <p:cNvSpPr/>
          <p:nvPr/>
        </p:nvSpPr>
        <p:spPr>
          <a:xfrm>
            <a:off x="3240530" y="558847"/>
            <a:ext cx="5703319" cy="5740306"/>
          </a:xfrm>
          <a:prstGeom prst="wedgeEllipseCallout">
            <a:avLst>
              <a:gd name="adj1" fmla="val 49354"/>
              <a:gd name="adj2" fmla="val 47279"/>
            </a:avLst>
          </a:prstGeom>
          <a:solidFill>
            <a:schemeClr val="bg1"/>
          </a:solidFill>
          <a:ln w="1047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3048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ED3A879-0F65-E73E-2B39-F963FFAFDAAC}"/>
              </a:ext>
            </a:extLst>
          </p:cNvPr>
          <p:cNvSpPr/>
          <p:nvPr/>
        </p:nvSpPr>
        <p:spPr>
          <a:xfrm>
            <a:off x="4130040" y="1524000"/>
            <a:ext cx="3924300" cy="3657600"/>
          </a:xfrm>
          <a:custGeom>
            <a:avLst/>
            <a:gdLst>
              <a:gd name="csX0" fmla="*/ 1516380 w 3855720"/>
              <a:gd name="csY0" fmla="*/ 30480 h 3581400"/>
              <a:gd name="csX1" fmla="*/ 3314700 w 3855720"/>
              <a:gd name="csY1" fmla="*/ 0 h 3581400"/>
              <a:gd name="csX2" fmla="*/ 3855720 w 3855720"/>
              <a:gd name="csY2" fmla="*/ 1158240 h 3581400"/>
              <a:gd name="csX3" fmla="*/ 2773680 w 3855720"/>
              <a:gd name="csY3" fmla="*/ 3451860 h 3581400"/>
              <a:gd name="csX4" fmla="*/ 952500 w 3855720"/>
              <a:gd name="csY4" fmla="*/ 3581400 h 3581400"/>
              <a:gd name="csX5" fmla="*/ 0 w 3855720"/>
              <a:gd name="csY5" fmla="*/ 2674620 h 3581400"/>
              <a:gd name="csX6" fmla="*/ 7620 w 3855720"/>
              <a:gd name="csY6" fmla="*/ 1729740 h 3581400"/>
              <a:gd name="csX7" fmla="*/ 1516380 w 3855720"/>
              <a:gd name="csY7" fmla="*/ 30480 h 3581400"/>
              <a:gd name="csX0" fmla="*/ 1516380 w 3855720"/>
              <a:gd name="csY0" fmla="*/ 106680 h 3657600"/>
              <a:gd name="csX1" fmla="*/ 3078480 w 3855720"/>
              <a:gd name="csY1" fmla="*/ 0 h 3657600"/>
              <a:gd name="csX2" fmla="*/ 3855720 w 3855720"/>
              <a:gd name="csY2" fmla="*/ 1234440 h 3657600"/>
              <a:gd name="csX3" fmla="*/ 2773680 w 3855720"/>
              <a:gd name="csY3" fmla="*/ 3528060 h 3657600"/>
              <a:gd name="csX4" fmla="*/ 952500 w 3855720"/>
              <a:gd name="csY4" fmla="*/ 3657600 h 3657600"/>
              <a:gd name="csX5" fmla="*/ 0 w 3855720"/>
              <a:gd name="csY5" fmla="*/ 2750820 h 3657600"/>
              <a:gd name="csX6" fmla="*/ 7620 w 3855720"/>
              <a:gd name="csY6" fmla="*/ 1805940 h 3657600"/>
              <a:gd name="csX7" fmla="*/ 1516380 w 3855720"/>
              <a:gd name="csY7" fmla="*/ 106680 h 3657600"/>
              <a:gd name="csX0" fmla="*/ 1333500 w 3855720"/>
              <a:gd name="csY0" fmla="*/ 205740 h 3657600"/>
              <a:gd name="csX1" fmla="*/ 3078480 w 3855720"/>
              <a:gd name="csY1" fmla="*/ 0 h 3657600"/>
              <a:gd name="csX2" fmla="*/ 3855720 w 3855720"/>
              <a:gd name="csY2" fmla="*/ 1234440 h 3657600"/>
              <a:gd name="csX3" fmla="*/ 2773680 w 3855720"/>
              <a:gd name="csY3" fmla="*/ 3528060 h 3657600"/>
              <a:gd name="csX4" fmla="*/ 952500 w 3855720"/>
              <a:gd name="csY4" fmla="*/ 3657600 h 3657600"/>
              <a:gd name="csX5" fmla="*/ 0 w 3855720"/>
              <a:gd name="csY5" fmla="*/ 2750820 h 3657600"/>
              <a:gd name="csX6" fmla="*/ 7620 w 3855720"/>
              <a:gd name="csY6" fmla="*/ 1805940 h 3657600"/>
              <a:gd name="csX7" fmla="*/ 1333500 w 3855720"/>
              <a:gd name="csY7" fmla="*/ 205740 h 3657600"/>
              <a:gd name="csX0" fmla="*/ 1333500 w 3855720"/>
              <a:gd name="csY0" fmla="*/ 205740 h 3657600"/>
              <a:gd name="csX1" fmla="*/ 3078480 w 3855720"/>
              <a:gd name="csY1" fmla="*/ 0 h 3657600"/>
              <a:gd name="csX2" fmla="*/ 3855720 w 3855720"/>
              <a:gd name="csY2" fmla="*/ 1234440 h 3657600"/>
              <a:gd name="csX3" fmla="*/ 2979420 w 3855720"/>
              <a:gd name="csY3" fmla="*/ 3451860 h 3657600"/>
              <a:gd name="csX4" fmla="*/ 952500 w 3855720"/>
              <a:gd name="csY4" fmla="*/ 3657600 h 3657600"/>
              <a:gd name="csX5" fmla="*/ 0 w 3855720"/>
              <a:gd name="csY5" fmla="*/ 2750820 h 3657600"/>
              <a:gd name="csX6" fmla="*/ 7620 w 3855720"/>
              <a:gd name="csY6" fmla="*/ 1805940 h 3657600"/>
              <a:gd name="csX7" fmla="*/ 1333500 w 3855720"/>
              <a:gd name="csY7" fmla="*/ 205740 h 3657600"/>
              <a:gd name="csX0" fmla="*/ 1325880 w 3848100"/>
              <a:gd name="csY0" fmla="*/ 205740 h 3657600"/>
              <a:gd name="csX1" fmla="*/ 3070860 w 3848100"/>
              <a:gd name="csY1" fmla="*/ 0 h 3657600"/>
              <a:gd name="csX2" fmla="*/ 3848100 w 3848100"/>
              <a:gd name="csY2" fmla="*/ 1234440 h 3657600"/>
              <a:gd name="csX3" fmla="*/ 2971800 w 3848100"/>
              <a:gd name="csY3" fmla="*/ 3451860 h 3657600"/>
              <a:gd name="csX4" fmla="*/ 944880 w 3848100"/>
              <a:gd name="csY4" fmla="*/ 3657600 h 3657600"/>
              <a:gd name="csX5" fmla="*/ 0 w 3848100"/>
              <a:gd name="csY5" fmla="*/ 1805940 h 3657600"/>
              <a:gd name="csX6" fmla="*/ 1325880 w 3848100"/>
              <a:gd name="csY6" fmla="*/ 205740 h 3657600"/>
              <a:gd name="csX0" fmla="*/ 1402080 w 3924300"/>
              <a:gd name="csY0" fmla="*/ 205740 h 3657600"/>
              <a:gd name="csX1" fmla="*/ 3147060 w 3924300"/>
              <a:gd name="csY1" fmla="*/ 0 h 3657600"/>
              <a:gd name="csX2" fmla="*/ 3924300 w 3924300"/>
              <a:gd name="csY2" fmla="*/ 1234440 h 3657600"/>
              <a:gd name="csX3" fmla="*/ 3048000 w 3924300"/>
              <a:gd name="csY3" fmla="*/ 3451860 h 3657600"/>
              <a:gd name="csX4" fmla="*/ 1021080 w 3924300"/>
              <a:gd name="csY4" fmla="*/ 3657600 h 3657600"/>
              <a:gd name="csX5" fmla="*/ 0 w 3924300"/>
              <a:gd name="csY5" fmla="*/ 2308860 h 3657600"/>
              <a:gd name="csX6" fmla="*/ 1402080 w 3924300"/>
              <a:gd name="csY6" fmla="*/ 205740 h 365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24300" h="3657600">
                <a:moveTo>
                  <a:pt x="1402080" y="205740"/>
                </a:moveTo>
                <a:lnTo>
                  <a:pt x="3147060" y="0"/>
                </a:lnTo>
                <a:lnTo>
                  <a:pt x="3924300" y="1234440"/>
                </a:lnTo>
                <a:lnTo>
                  <a:pt x="3048000" y="3451860"/>
                </a:lnTo>
                <a:lnTo>
                  <a:pt x="1021080" y="3657600"/>
                </a:lnTo>
                <a:lnTo>
                  <a:pt x="0" y="2308860"/>
                </a:lnTo>
                <a:lnTo>
                  <a:pt x="1402080" y="205740"/>
                </a:lnTo>
                <a:close/>
              </a:path>
            </a:pathLst>
          </a:cu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9A286B-FF51-F807-8B70-386C37525643}"/>
              </a:ext>
            </a:extLst>
          </p:cNvPr>
          <p:cNvCxnSpPr>
            <a:cxnSpLocks/>
            <a:stCxn id="2" idx="5"/>
          </p:cNvCxnSpPr>
          <p:nvPr/>
        </p:nvCxnSpPr>
        <p:spPr>
          <a:xfrm flipV="1">
            <a:off x="4130040" y="3764280"/>
            <a:ext cx="2209057" cy="685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78399A-8575-0A5D-77D0-3BB4DD7CDF59}"/>
              </a:ext>
            </a:extLst>
          </p:cNvPr>
          <p:cNvCxnSpPr>
            <a:cxnSpLocks/>
            <a:endCxn id="2" idx="0"/>
          </p:cNvCxnSpPr>
          <p:nvPr/>
        </p:nvCxnSpPr>
        <p:spPr>
          <a:xfrm flipH="1" flipV="1">
            <a:off x="5532120" y="1729740"/>
            <a:ext cx="1298642" cy="1463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58EC57-AEAC-C1A4-2B53-D80B6EF43BF8}"/>
              </a:ext>
            </a:extLst>
          </p:cNvPr>
          <p:cNvCxnSpPr>
            <a:cxnSpLocks/>
            <a:stCxn id="2" idx="3"/>
          </p:cNvCxnSpPr>
          <p:nvPr/>
        </p:nvCxnSpPr>
        <p:spPr>
          <a:xfrm flipH="1" flipV="1">
            <a:off x="6339097" y="3764280"/>
            <a:ext cx="838943" cy="12115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1A5ECDA-482A-8218-424B-8792BD593305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6830762" y="2758440"/>
            <a:ext cx="1223578" cy="4343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3A5241A-F7B0-992A-AAB8-235370B70258}"/>
              </a:ext>
            </a:extLst>
          </p:cNvPr>
          <p:cNvCxnSpPr>
            <a:cxnSpLocks/>
          </p:cNvCxnSpPr>
          <p:nvPr/>
        </p:nvCxnSpPr>
        <p:spPr>
          <a:xfrm flipV="1">
            <a:off x="6181441" y="3192780"/>
            <a:ext cx="649321" cy="7086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878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09854743-824F-0A83-4D00-BEA4922DCACC}"/>
              </a:ext>
            </a:extLst>
          </p:cNvPr>
          <p:cNvSpPr/>
          <p:nvPr/>
        </p:nvSpPr>
        <p:spPr>
          <a:xfrm>
            <a:off x="3510025" y="826254"/>
            <a:ext cx="5171950" cy="5205491"/>
          </a:xfrm>
          <a:prstGeom prst="wedgeEllipseCallout">
            <a:avLst>
              <a:gd name="adj1" fmla="val 49354"/>
              <a:gd name="adj2" fmla="val 47279"/>
            </a:avLst>
          </a:prstGeom>
          <a:solidFill>
            <a:schemeClr val="bg1"/>
          </a:solidFill>
          <a:ln w="1047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3048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20403B3-4405-EC20-181E-042B7350A7EE}"/>
              </a:ext>
            </a:extLst>
          </p:cNvPr>
          <p:cNvSpPr/>
          <p:nvPr/>
        </p:nvSpPr>
        <p:spPr>
          <a:xfrm>
            <a:off x="4421505" y="1828800"/>
            <a:ext cx="3348990" cy="3200400"/>
          </a:xfrm>
          <a:custGeom>
            <a:avLst/>
            <a:gdLst>
              <a:gd name="csX0" fmla="*/ 1200150 w 3348990"/>
              <a:gd name="csY0" fmla="*/ 220980 h 3200400"/>
              <a:gd name="csX1" fmla="*/ 1573530 w 3348990"/>
              <a:gd name="csY1" fmla="*/ 232410 h 3200400"/>
              <a:gd name="csX2" fmla="*/ 2209800 w 3348990"/>
              <a:gd name="csY2" fmla="*/ 0 h 3200400"/>
              <a:gd name="csX3" fmla="*/ 2827020 w 3348990"/>
              <a:gd name="csY3" fmla="*/ 300990 h 3200400"/>
              <a:gd name="csX4" fmla="*/ 3348990 w 3348990"/>
              <a:gd name="csY4" fmla="*/ 1295400 h 3200400"/>
              <a:gd name="csX5" fmla="*/ 3345180 w 3348990"/>
              <a:gd name="csY5" fmla="*/ 1927860 h 3200400"/>
              <a:gd name="csX6" fmla="*/ 2956560 w 3348990"/>
              <a:gd name="csY6" fmla="*/ 2735580 h 3200400"/>
              <a:gd name="csX7" fmla="*/ 1512570 w 3348990"/>
              <a:gd name="csY7" fmla="*/ 3200400 h 3200400"/>
              <a:gd name="csX8" fmla="*/ 586740 w 3348990"/>
              <a:gd name="csY8" fmla="*/ 2903220 h 3200400"/>
              <a:gd name="csX9" fmla="*/ 449580 w 3348990"/>
              <a:gd name="csY9" fmla="*/ 2659380 h 3200400"/>
              <a:gd name="csX10" fmla="*/ 133350 w 3348990"/>
              <a:gd name="csY10" fmla="*/ 2369820 h 3200400"/>
              <a:gd name="csX11" fmla="*/ 0 w 3348990"/>
              <a:gd name="csY11" fmla="*/ 1783080 h 3200400"/>
              <a:gd name="csX12" fmla="*/ 438150 w 3348990"/>
              <a:gd name="csY12" fmla="*/ 796290 h 3200400"/>
              <a:gd name="csX13" fmla="*/ 739140 w 3348990"/>
              <a:gd name="csY13" fmla="*/ 685800 h 3200400"/>
              <a:gd name="csX14" fmla="*/ 1200150 w 3348990"/>
              <a:gd name="csY14" fmla="*/ 220980 h 320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348990" h="3200400">
                <a:moveTo>
                  <a:pt x="1200150" y="220980"/>
                </a:moveTo>
                <a:lnTo>
                  <a:pt x="1573530" y="232410"/>
                </a:lnTo>
                <a:lnTo>
                  <a:pt x="2209800" y="0"/>
                </a:lnTo>
                <a:lnTo>
                  <a:pt x="2827020" y="300990"/>
                </a:lnTo>
                <a:lnTo>
                  <a:pt x="3348990" y="1295400"/>
                </a:lnTo>
                <a:lnTo>
                  <a:pt x="3345180" y="1927860"/>
                </a:lnTo>
                <a:lnTo>
                  <a:pt x="2956560" y="2735580"/>
                </a:lnTo>
                <a:lnTo>
                  <a:pt x="1512570" y="3200400"/>
                </a:lnTo>
                <a:lnTo>
                  <a:pt x="586740" y="2903220"/>
                </a:lnTo>
                <a:lnTo>
                  <a:pt x="449580" y="2659380"/>
                </a:lnTo>
                <a:lnTo>
                  <a:pt x="133350" y="2369820"/>
                </a:lnTo>
                <a:lnTo>
                  <a:pt x="0" y="1783080"/>
                </a:lnTo>
                <a:lnTo>
                  <a:pt x="438150" y="796290"/>
                </a:lnTo>
                <a:lnTo>
                  <a:pt x="739140" y="685800"/>
                </a:lnTo>
                <a:lnTo>
                  <a:pt x="1200150" y="22098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8BAB4C9-F18D-974A-ECAA-98B744A84C1D}"/>
              </a:ext>
            </a:extLst>
          </p:cNvPr>
          <p:cNvSpPr/>
          <p:nvPr/>
        </p:nvSpPr>
        <p:spPr>
          <a:xfrm>
            <a:off x="4594860" y="1977389"/>
            <a:ext cx="2880360" cy="2735580"/>
          </a:xfrm>
          <a:custGeom>
            <a:avLst/>
            <a:gdLst>
              <a:gd name="csX0" fmla="*/ 1135380 w 2880360"/>
              <a:gd name="csY0" fmla="*/ 198120 h 2735580"/>
              <a:gd name="csX1" fmla="*/ 1489710 w 2880360"/>
              <a:gd name="csY1" fmla="*/ 194310 h 2735580"/>
              <a:gd name="csX2" fmla="*/ 2007870 w 2880360"/>
              <a:gd name="csY2" fmla="*/ 0 h 2735580"/>
              <a:gd name="csX3" fmla="*/ 1748790 w 2880360"/>
              <a:gd name="csY3" fmla="*/ 830580 h 2735580"/>
              <a:gd name="csX4" fmla="*/ 1440180 w 2880360"/>
              <a:gd name="csY4" fmla="*/ 1318260 h 2735580"/>
              <a:gd name="csX5" fmla="*/ 1859280 w 2880360"/>
              <a:gd name="csY5" fmla="*/ 963930 h 2735580"/>
              <a:gd name="csX6" fmla="*/ 2541270 w 2880360"/>
              <a:gd name="csY6" fmla="*/ 727710 h 2735580"/>
              <a:gd name="csX7" fmla="*/ 2880360 w 2880360"/>
              <a:gd name="csY7" fmla="*/ 1059180 h 2735580"/>
              <a:gd name="csX8" fmla="*/ 2499360 w 2880360"/>
              <a:gd name="csY8" fmla="*/ 868680 h 2735580"/>
              <a:gd name="csX9" fmla="*/ 2213610 w 2880360"/>
              <a:gd name="csY9" fmla="*/ 1729740 h 2735580"/>
              <a:gd name="csX10" fmla="*/ 2564130 w 2880360"/>
              <a:gd name="csY10" fmla="*/ 2087880 h 2735580"/>
              <a:gd name="csX11" fmla="*/ 2125980 w 2880360"/>
              <a:gd name="csY11" fmla="*/ 1832610 h 2735580"/>
              <a:gd name="csX12" fmla="*/ 1200150 w 2880360"/>
              <a:gd name="csY12" fmla="*/ 2255520 h 2735580"/>
              <a:gd name="csX13" fmla="*/ 1261110 w 2880360"/>
              <a:gd name="csY13" fmla="*/ 2735580 h 2735580"/>
              <a:gd name="csX14" fmla="*/ 1021080 w 2880360"/>
              <a:gd name="csY14" fmla="*/ 2255520 h 2735580"/>
              <a:gd name="csX15" fmla="*/ 685800 w 2880360"/>
              <a:gd name="csY15" fmla="*/ 2057400 h 2735580"/>
              <a:gd name="csX16" fmla="*/ 902970 w 2880360"/>
              <a:gd name="csY16" fmla="*/ 1600200 h 2735580"/>
              <a:gd name="csX17" fmla="*/ 495300 w 2880360"/>
              <a:gd name="csY17" fmla="*/ 1939290 h 2735580"/>
              <a:gd name="csX18" fmla="*/ 0 w 2880360"/>
              <a:gd name="csY18" fmla="*/ 1664970 h 2735580"/>
              <a:gd name="csX19" fmla="*/ 407670 w 2880360"/>
              <a:gd name="csY19" fmla="*/ 742950 h 2735580"/>
              <a:gd name="csX20" fmla="*/ 579120 w 2880360"/>
              <a:gd name="csY20" fmla="*/ 678180 h 2735580"/>
              <a:gd name="csX21" fmla="*/ 563880 w 2880360"/>
              <a:gd name="csY21" fmla="*/ 1055370 h 2735580"/>
              <a:gd name="csX22" fmla="*/ 853440 w 2880360"/>
              <a:gd name="csY22" fmla="*/ 441960 h 2735580"/>
              <a:gd name="csX23" fmla="*/ 1135380 w 2880360"/>
              <a:gd name="csY23" fmla="*/ 198120 h 2735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2880360" h="2735580">
                <a:moveTo>
                  <a:pt x="1135380" y="198120"/>
                </a:moveTo>
                <a:lnTo>
                  <a:pt x="1489710" y="194310"/>
                </a:lnTo>
                <a:lnTo>
                  <a:pt x="2007870" y="0"/>
                </a:lnTo>
                <a:lnTo>
                  <a:pt x="1748790" y="830580"/>
                </a:lnTo>
                <a:lnTo>
                  <a:pt x="1440180" y="1318260"/>
                </a:lnTo>
                <a:lnTo>
                  <a:pt x="1859280" y="963930"/>
                </a:lnTo>
                <a:lnTo>
                  <a:pt x="2541270" y="727710"/>
                </a:lnTo>
                <a:lnTo>
                  <a:pt x="2880360" y="1059180"/>
                </a:lnTo>
                <a:lnTo>
                  <a:pt x="2499360" y="868680"/>
                </a:lnTo>
                <a:lnTo>
                  <a:pt x="2213610" y="1729740"/>
                </a:lnTo>
                <a:lnTo>
                  <a:pt x="2564130" y="2087880"/>
                </a:lnTo>
                <a:lnTo>
                  <a:pt x="2125980" y="1832610"/>
                </a:lnTo>
                <a:lnTo>
                  <a:pt x="1200150" y="2255520"/>
                </a:lnTo>
                <a:lnTo>
                  <a:pt x="1261110" y="2735580"/>
                </a:lnTo>
                <a:lnTo>
                  <a:pt x="1021080" y="2255520"/>
                </a:lnTo>
                <a:lnTo>
                  <a:pt x="685800" y="2057400"/>
                </a:lnTo>
                <a:lnTo>
                  <a:pt x="902970" y="1600200"/>
                </a:lnTo>
                <a:lnTo>
                  <a:pt x="495300" y="1939290"/>
                </a:lnTo>
                <a:lnTo>
                  <a:pt x="0" y="1664970"/>
                </a:lnTo>
                <a:lnTo>
                  <a:pt x="407670" y="742950"/>
                </a:lnTo>
                <a:lnTo>
                  <a:pt x="579120" y="678180"/>
                </a:lnTo>
                <a:lnTo>
                  <a:pt x="563880" y="1055370"/>
                </a:lnTo>
                <a:lnTo>
                  <a:pt x="853440" y="441960"/>
                </a:lnTo>
                <a:lnTo>
                  <a:pt x="1135380" y="198120"/>
                </a:lnTo>
                <a:close/>
              </a:path>
            </a:pathLst>
          </a:custGeom>
          <a:solidFill>
            <a:srgbClr val="FFCB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25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Yasser Darwish</dc:creator>
  <cp:lastModifiedBy>Yasser Darwish</cp:lastModifiedBy>
  <cp:revision>3</cp:revision>
  <dcterms:created xsi:type="dcterms:W3CDTF">2026-02-19T09:52:56Z</dcterms:created>
  <dcterms:modified xsi:type="dcterms:W3CDTF">2026-02-24T14:38:55Z</dcterms:modified>
</cp:coreProperties>
</file>